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9410700"/>
  <p:notesSz cx="12192000" cy="9410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917317"/>
            <a:ext cx="10363200" cy="1976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022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5269992"/>
            <a:ext cx="8534400" cy="2352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022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022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2164461"/>
            <a:ext cx="5303520" cy="6211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2164461"/>
            <a:ext cx="5303520" cy="6211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022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"/>
            <a:ext cx="12191390" cy="1353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6"/>
            <a:ext cx="12192000" cy="73025"/>
          </a:xfrm>
          <a:custGeom>
            <a:avLst/>
            <a:gdLst/>
            <a:ahLst/>
            <a:cxnLst/>
            <a:rect l="l" t="t" r="r" b="b"/>
            <a:pathLst>
              <a:path w="12192000" h="73025">
                <a:moveTo>
                  <a:pt x="12191390" y="0"/>
                </a:moveTo>
                <a:lnTo>
                  <a:pt x="0" y="0"/>
                </a:lnTo>
                <a:lnTo>
                  <a:pt x="0" y="72720"/>
                </a:lnTo>
                <a:lnTo>
                  <a:pt x="6095873" y="72720"/>
                </a:lnTo>
                <a:lnTo>
                  <a:pt x="12191390" y="727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5499D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" y="1024931"/>
            <a:ext cx="4297324" cy="942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"/>
            <a:ext cx="12191390" cy="1353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6"/>
            <a:ext cx="12192000" cy="73025"/>
          </a:xfrm>
          <a:custGeom>
            <a:avLst/>
            <a:gdLst/>
            <a:ahLst/>
            <a:cxnLst/>
            <a:rect l="l" t="t" r="r" b="b"/>
            <a:pathLst>
              <a:path w="12192000" h="73025">
                <a:moveTo>
                  <a:pt x="12191390" y="0"/>
                </a:moveTo>
                <a:lnTo>
                  <a:pt x="0" y="0"/>
                </a:lnTo>
                <a:lnTo>
                  <a:pt x="0" y="72720"/>
                </a:lnTo>
                <a:lnTo>
                  <a:pt x="6095873" y="72720"/>
                </a:lnTo>
                <a:lnTo>
                  <a:pt x="12191390" y="72720"/>
                </a:lnTo>
                <a:lnTo>
                  <a:pt x="12191390" y="0"/>
                </a:lnTo>
                <a:close/>
              </a:path>
            </a:pathLst>
          </a:custGeom>
          <a:solidFill>
            <a:srgbClr val="5499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296" y="352342"/>
            <a:ext cx="6708140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0224B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64461"/>
            <a:ext cx="10972800" cy="6211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975494" y="9040694"/>
            <a:ext cx="1376045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6789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8751951"/>
            <a:ext cx="2804160" cy="47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8751951"/>
            <a:ext cx="2804160" cy="47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736" y="2016401"/>
            <a:ext cx="5608955" cy="1541145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3400" spc="-290">
                <a:solidFill>
                  <a:srgbClr val="10224B"/>
                </a:solidFill>
                <a:latin typeface="Arial Black"/>
                <a:cs typeface="Arial Black"/>
              </a:rPr>
              <a:t>ARTIFICIAL</a:t>
            </a:r>
            <a:r>
              <a:rPr dirty="0" sz="3400" spc="-229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3400" spc="-350">
                <a:solidFill>
                  <a:srgbClr val="10224B"/>
                </a:solidFill>
                <a:latin typeface="Arial Black"/>
                <a:cs typeface="Arial Black"/>
              </a:rPr>
              <a:t>INTELLIGENCE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100" spc="-75">
                <a:solidFill>
                  <a:srgbClr val="182231"/>
                </a:solidFill>
                <a:latin typeface="Arial Black"/>
                <a:cs typeface="Arial Black"/>
              </a:rPr>
              <a:t>Internship</a:t>
            </a:r>
            <a:r>
              <a:rPr dirty="0" sz="2100" spc="-105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2100" spc="-110">
                <a:solidFill>
                  <a:srgbClr val="182231"/>
                </a:solidFill>
                <a:latin typeface="Arial Black"/>
                <a:cs typeface="Arial Black"/>
              </a:rPr>
              <a:t>Presentation</a:t>
            </a:r>
            <a:r>
              <a:rPr dirty="0" sz="2100" spc="-105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2100" spc="-10">
                <a:solidFill>
                  <a:srgbClr val="182231"/>
                </a:solidFill>
                <a:latin typeface="Arial Black"/>
                <a:cs typeface="Arial Black"/>
              </a:rPr>
              <a:t>Report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700" spc="60">
                <a:solidFill>
                  <a:srgbClr val="2D6EAD"/>
                </a:solidFill>
                <a:latin typeface="Arial MT"/>
                <a:cs typeface="Arial MT"/>
              </a:rPr>
              <a:t>InAmigos</a:t>
            </a:r>
            <a:r>
              <a:rPr dirty="0" sz="1700" spc="-25">
                <a:solidFill>
                  <a:srgbClr val="2D6EAD"/>
                </a:solidFill>
                <a:latin typeface="Arial MT"/>
                <a:cs typeface="Arial MT"/>
              </a:rPr>
              <a:t> </a:t>
            </a:r>
            <a:r>
              <a:rPr dirty="0" sz="1700" spc="45">
                <a:solidFill>
                  <a:srgbClr val="2D6EAD"/>
                </a:solidFill>
                <a:latin typeface="Arial MT"/>
                <a:cs typeface="Arial MT"/>
              </a:rPr>
              <a:t>Foundation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86357" y="896753"/>
            <a:ext cx="3875404" cy="5292090"/>
            <a:chOff x="7686357" y="896753"/>
            <a:chExt cx="3875404" cy="52920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6357" y="896753"/>
              <a:ext cx="3875036" cy="52920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26324" y="913682"/>
              <a:ext cx="3795395" cy="5212715"/>
            </a:xfrm>
            <a:custGeom>
              <a:avLst/>
              <a:gdLst/>
              <a:ahLst/>
              <a:cxnLst/>
              <a:rect l="l" t="t" r="r" b="b"/>
              <a:pathLst>
                <a:path w="3795395" h="5212715">
                  <a:moveTo>
                    <a:pt x="632879" y="0"/>
                  </a:moveTo>
                  <a:lnTo>
                    <a:pt x="585387" y="1777"/>
                  </a:lnTo>
                  <a:lnTo>
                    <a:pt x="538373" y="7082"/>
                  </a:lnTo>
                  <a:lnTo>
                    <a:pt x="492008" y="15869"/>
                  </a:lnTo>
                  <a:lnTo>
                    <a:pt x="446461" y="28094"/>
                  </a:lnTo>
                  <a:lnTo>
                    <a:pt x="401903" y="43715"/>
                  </a:lnTo>
                  <a:lnTo>
                    <a:pt x="358503" y="62685"/>
                  </a:lnTo>
                  <a:lnTo>
                    <a:pt x="316433" y="84962"/>
                  </a:lnTo>
                  <a:lnTo>
                    <a:pt x="276275" y="110177"/>
                  </a:lnTo>
                  <a:lnTo>
                    <a:pt x="238270" y="138220"/>
                  </a:lnTo>
                  <a:lnTo>
                    <a:pt x="202544" y="168965"/>
                  </a:lnTo>
                  <a:lnTo>
                    <a:pt x="169223" y="202286"/>
                  </a:lnTo>
                  <a:lnTo>
                    <a:pt x="138433" y="238058"/>
                  </a:lnTo>
                  <a:lnTo>
                    <a:pt x="110299" y="276153"/>
                  </a:lnTo>
                  <a:lnTo>
                    <a:pt x="84950" y="316445"/>
                  </a:lnTo>
                  <a:lnTo>
                    <a:pt x="62758" y="358515"/>
                  </a:lnTo>
                  <a:lnTo>
                    <a:pt x="43936" y="401744"/>
                  </a:lnTo>
                  <a:lnTo>
                    <a:pt x="28381" y="446286"/>
                  </a:lnTo>
                  <a:lnTo>
                    <a:pt x="16195" y="491831"/>
                  </a:lnTo>
                  <a:lnTo>
                    <a:pt x="7429" y="538182"/>
                  </a:lnTo>
                  <a:lnTo>
                    <a:pt x="2132" y="585144"/>
                  </a:lnTo>
                  <a:lnTo>
                    <a:pt x="355" y="632523"/>
                  </a:lnTo>
                  <a:lnTo>
                    <a:pt x="0" y="4579924"/>
                  </a:lnTo>
                  <a:lnTo>
                    <a:pt x="1777" y="4627416"/>
                  </a:lnTo>
                  <a:lnTo>
                    <a:pt x="7063" y="4674265"/>
                  </a:lnTo>
                  <a:lnTo>
                    <a:pt x="15834" y="4720617"/>
                  </a:lnTo>
                  <a:lnTo>
                    <a:pt x="28044" y="4766161"/>
                  </a:lnTo>
                  <a:lnTo>
                    <a:pt x="43643" y="4810704"/>
                  </a:lnTo>
                  <a:lnTo>
                    <a:pt x="62571" y="4854049"/>
                  </a:lnTo>
                  <a:lnTo>
                    <a:pt x="62677" y="4854292"/>
                  </a:lnTo>
                  <a:lnTo>
                    <a:pt x="84950" y="4896358"/>
                  </a:lnTo>
                  <a:lnTo>
                    <a:pt x="110168" y="4936520"/>
                  </a:lnTo>
                  <a:lnTo>
                    <a:pt x="138111" y="4974390"/>
                  </a:lnTo>
                  <a:lnTo>
                    <a:pt x="168958" y="5010255"/>
                  </a:lnTo>
                  <a:lnTo>
                    <a:pt x="202278" y="5043577"/>
                  </a:lnTo>
                  <a:lnTo>
                    <a:pt x="238047" y="5074365"/>
                  </a:lnTo>
                  <a:lnTo>
                    <a:pt x="276141" y="5102495"/>
                  </a:lnTo>
                  <a:lnTo>
                    <a:pt x="316433" y="5127840"/>
                  </a:lnTo>
                  <a:lnTo>
                    <a:pt x="358390" y="5149986"/>
                  </a:lnTo>
                  <a:lnTo>
                    <a:pt x="401739" y="5168862"/>
                  </a:lnTo>
                  <a:lnTo>
                    <a:pt x="446283" y="5184419"/>
                  </a:lnTo>
                  <a:lnTo>
                    <a:pt x="491827" y="5196606"/>
                  </a:lnTo>
                  <a:lnTo>
                    <a:pt x="538177" y="5205374"/>
                  </a:lnTo>
                  <a:lnTo>
                    <a:pt x="585136" y="5210671"/>
                  </a:lnTo>
                  <a:lnTo>
                    <a:pt x="632510" y="5212448"/>
                  </a:lnTo>
                  <a:lnTo>
                    <a:pt x="3162592" y="5212448"/>
                  </a:lnTo>
                  <a:lnTo>
                    <a:pt x="3210056" y="5210671"/>
                  </a:lnTo>
                  <a:lnTo>
                    <a:pt x="3257023" y="5205374"/>
                  </a:lnTo>
                  <a:lnTo>
                    <a:pt x="3303314" y="5196606"/>
                  </a:lnTo>
                  <a:lnTo>
                    <a:pt x="3348762" y="5184419"/>
                  </a:lnTo>
                  <a:lnTo>
                    <a:pt x="3393567" y="5168733"/>
                  </a:lnTo>
                  <a:lnTo>
                    <a:pt x="3436967" y="5149762"/>
                  </a:lnTo>
                  <a:lnTo>
                    <a:pt x="3479038" y="5127485"/>
                  </a:lnTo>
                  <a:lnTo>
                    <a:pt x="3519195" y="5102270"/>
                  </a:lnTo>
                  <a:lnTo>
                    <a:pt x="3557200" y="5074228"/>
                  </a:lnTo>
                  <a:lnTo>
                    <a:pt x="3592816" y="5043577"/>
                  </a:lnTo>
                  <a:lnTo>
                    <a:pt x="3626153" y="5010255"/>
                  </a:lnTo>
                  <a:lnTo>
                    <a:pt x="3656919" y="4974528"/>
                  </a:lnTo>
                  <a:lnTo>
                    <a:pt x="3685171" y="4936295"/>
                  </a:lnTo>
                  <a:lnTo>
                    <a:pt x="3710520" y="4896002"/>
                  </a:lnTo>
                  <a:lnTo>
                    <a:pt x="3732661" y="4854049"/>
                  </a:lnTo>
                  <a:lnTo>
                    <a:pt x="3751451" y="4810895"/>
                  </a:lnTo>
                  <a:lnTo>
                    <a:pt x="3767027" y="4766339"/>
                  </a:lnTo>
                  <a:lnTo>
                    <a:pt x="3767089" y="4766161"/>
                  </a:lnTo>
                  <a:lnTo>
                    <a:pt x="3779227" y="4720794"/>
                  </a:lnTo>
                  <a:lnTo>
                    <a:pt x="3788010" y="4674429"/>
                  </a:lnTo>
                  <a:lnTo>
                    <a:pt x="3793326" y="4627416"/>
                  </a:lnTo>
                  <a:lnTo>
                    <a:pt x="3795115" y="4579924"/>
                  </a:lnTo>
                  <a:lnTo>
                    <a:pt x="3795102" y="632523"/>
                  </a:lnTo>
                  <a:lnTo>
                    <a:pt x="3793337" y="585388"/>
                  </a:lnTo>
                  <a:lnTo>
                    <a:pt x="3788033" y="538376"/>
                  </a:lnTo>
                  <a:lnTo>
                    <a:pt x="3779246" y="492013"/>
                  </a:lnTo>
                  <a:lnTo>
                    <a:pt x="3767020" y="446469"/>
                  </a:lnTo>
                  <a:lnTo>
                    <a:pt x="3751400" y="401913"/>
                  </a:lnTo>
                  <a:lnTo>
                    <a:pt x="3732429" y="358515"/>
                  </a:lnTo>
                  <a:lnTo>
                    <a:pt x="3710152" y="316445"/>
                  </a:lnTo>
                  <a:lnTo>
                    <a:pt x="3684938" y="276284"/>
                  </a:lnTo>
                  <a:lnTo>
                    <a:pt x="3656895" y="238278"/>
                  </a:lnTo>
                  <a:lnTo>
                    <a:pt x="3626150" y="202552"/>
                  </a:lnTo>
                  <a:lnTo>
                    <a:pt x="3592828" y="169232"/>
                  </a:lnTo>
                  <a:lnTo>
                    <a:pt x="3557057" y="138443"/>
                  </a:lnTo>
                  <a:lnTo>
                    <a:pt x="3518962" y="110312"/>
                  </a:lnTo>
                  <a:lnTo>
                    <a:pt x="3478669" y="84962"/>
                  </a:lnTo>
                  <a:lnTo>
                    <a:pt x="3436716" y="62822"/>
                  </a:lnTo>
                  <a:lnTo>
                    <a:pt x="3393371" y="43949"/>
                  </a:lnTo>
                  <a:lnTo>
                    <a:pt x="3348828" y="28394"/>
                  </a:lnTo>
                  <a:lnTo>
                    <a:pt x="3303284" y="16208"/>
                  </a:lnTo>
                  <a:lnTo>
                    <a:pt x="3256933" y="7442"/>
                  </a:lnTo>
                  <a:lnTo>
                    <a:pt x="3209970" y="2145"/>
                  </a:lnTo>
                  <a:lnTo>
                    <a:pt x="3162592" y="368"/>
                  </a:lnTo>
                  <a:lnTo>
                    <a:pt x="632879" y="0"/>
                  </a:lnTo>
                  <a:close/>
                </a:path>
              </a:pathLst>
            </a:custGeom>
            <a:solidFill>
              <a:srgbClr val="1022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169376" y="1357826"/>
            <a:ext cx="1823085" cy="179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499D5"/>
                </a:solidFill>
                <a:latin typeface="Arial Black"/>
                <a:cs typeface="Arial Black"/>
              </a:rPr>
              <a:t>STUDENT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500" spc="-185">
                <a:solidFill>
                  <a:srgbClr val="FFFFFF"/>
                </a:solidFill>
                <a:latin typeface="Arial Black"/>
                <a:cs typeface="Arial Black"/>
              </a:rPr>
              <a:t>PARTH</a:t>
            </a:r>
            <a:r>
              <a:rPr dirty="0" sz="15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195">
                <a:solidFill>
                  <a:srgbClr val="FFFFFF"/>
                </a:solidFill>
                <a:latin typeface="Arial Black"/>
                <a:cs typeface="Arial Black"/>
              </a:rPr>
              <a:t>SRIVASTAVA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95">
                <a:solidFill>
                  <a:srgbClr val="5499D5"/>
                </a:solidFill>
                <a:latin typeface="Arial Black"/>
                <a:cs typeface="Arial Black"/>
              </a:rPr>
              <a:t>ROLL</a:t>
            </a:r>
            <a:r>
              <a:rPr dirty="0" sz="900" spc="-45">
                <a:solidFill>
                  <a:srgbClr val="5499D5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5499D5"/>
                </a:solidFill>
                <a:latin typeface="Arial Black"/>
                <a:cs typeface="Arial Black"/>
              </a:rPr>
              <a:t>NO.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spc="-110">
                <a:solidFill>
                  <a:srgbClr val="FFFFFF"/>
                </a:solidFill>
                <a:latin typeface="Arial Black"/>
                <a:cs typeface="Arial Black"/>
              </a:rPr>
              <a:t>25SCS1003002303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10">
                <a:solidFill>
                  <a:srgbClr val="5499D5"/>
                </a:solidFill>
                <a:latin typeface="Arial Black"/>
                <a:cs typeface="Arial Black"/>
              </a:rPr>
              <a:t>PROGRAM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500" spc="-185">
                <a:solidFill>
                  <a:srgbClr val="FFFFFF"/>
                </a:solidFill>
                <a:latin typeface="Arial Black"/>
                <a:cs typeface="Arial Black"/>
              </a:rPr>
              <a:t>B.Tech</a:t>
            </a: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00" spc="-250">
                <a:solidFill>
                  <a:srgbClr val="FFFFFF"/>
                </a:solidFill>
                <a:latin typeface="Arial Black"/>
                <a:cs typeface="Arial Black"/>
              </a:rPr>
              <a:t>CSE</a:t>
            </a:r>
            <a:r>
              <a:rPr dirty="0" sz="1500" spc="-75">
                <a:solidFill>
                  <a:srgbClr val="FFFFFF"/>
                </a:solidFill>
                <a:latin typeface="Arial Black"/>
                <a:cs typeface="Arial Black"/>
              </a:rPr>
              <a:t> (AI-</a:t>
            </a:r>
            <a:r>
              <a:rPr dirty="0" sz="1500" spc="-25">
                <a:solidFill>
                  <a:srgbClr val="FFFFFF"/>
                </a:solidFill>
                <a:latin typeface="Arial Black"/>
                <a:cs typeface="Arial Black"/>
              </a:rPr>
              <a:t>ML)</a:t>
            </a: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10">
                <a:solidFill>
                  <a:srgbClr val="5499D5"/>
                </a:solidFill>
                <a:latin typeface="Arial Black"/>
                <a:cs typeface="Arial Black"/>
              </a:rPr>
              <a:t>BATCH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spc="-145">
                <a:solidFill>
                  <a:srgbClr val="FFFFFF"/>
                </a:solidFill>
                <a:latin typeface="Arial Black"/>
                <a:cs typeface="Arial Black"/>
              </a:rPr>
              <a:t>2026–</a:t>
            </a:r>
            <a:r>
              <a:rPr dirty="0" sz="1500" spc="-20">
                <a:solidFill>
                  <a:srgbClr val="FFFFFF"/>
                </a:solidFill>
                <a:latin typeface="Arial Black"/>
                <a:cs typeface="Arial Black"/>
              </a:rPr>
              <a:t>2027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736" y="5518347"/>
            <a:ext cx="46399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182231"/>
                </a:solidFill>
                <a:latin typeface="Arial Black"/>
                <a:cs typeface="Arial Black"/>
              </a:rPr>
              <a:t>IILM</a:t>
            </a:r>
            <a:r>
              <a:rPr dirty="0" sz="1400" spc="-60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82231"/>
                </a:solidFill>
                <a:latin typeface="Arial Black"/>
                <a:cs typeface="Arial Black"/>
              </a:rPr>
              <a:t>University,</a:t>
            </a:r>
            <a:r>
              <a:rPr dirty="0" sz="1400" spc="-60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82231"/>
                </a:solidFill>
                <a:latin typeface="Arial Black"/>
                <a:cs typeface="Arial Black"/>
              </a:rPr>
              <a:t>Greater</a:t>
            </a:r>
            <a:r>
              <a:rPr dirty="0" sz="1400" spc="-60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82231"/>
                </a:solidFill>
                <a:latin typeface="Arial Black"/>
                <a:cs typeface="Arial Black"/>
              </a:rPr>
              <a:t>Noida,</a:t>
            </a:r>
            <a:r>
              <a:rPr dirty="0" sz="1400" spc="-65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82231"/>
                </a:solidFill>
                <a:latin typeface="Arial Black"/>
                <a:cs typeface="Arial Black"/>
              </a:rPr>
              <a:t>Uttar</a:t>
            </a:r>
            <a:r>
              <a:rPr dirty="0" sz="1400" spc="-60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82231"/>
                </a:solidFill>
                <a:latin typeface="Arial Black"/>
                <a:cs typeface="Arial Black"/>
              </a:rPr>
              <a:t>Pradesh,</a:t>
            </a:r>
            <a:r>
              <a:rPr dirty="0" sz="1400" spc="-60">
                <a:solidFill>
                  <a:srgbClr val="182231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82231"/>
                </a:solidFill>
                <a:latin typeface="Arial Black"/>
                <a:cs typeface="Arial Black"/>
              </a:rPr>
              <a:t>India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200" spc="55">
                <a:solidFill>
                  <a:srgbClr val="667890"/>
                </a:solidFill>
                <a:latin typeface="Arial MT"/>
                <a:cs typeface="Arial MT"/>
              </a:rPr>
              <a:t>Internship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Duration: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15</a:t>
            </a:r>
            <a:r>
              <a:rPr dirty="0" sz="1200" spc="90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August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2026</a:t>
            </a:r>
            <a:r>
              <a:rPr dirty="0" sz="1200" spc="90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 spc="-70">
                <a:solidFill>
                  <a:srgbClr val="667890"/>
                </a:solidFill>
                <a:latin typeface="Arial MT"/>
                <a:cs typeface="Arial MT"/>
              </a:rPr>
              <a:t>–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30</a:t>
            </a:r>
            <a:r>
              <a:rPr dirty="0" sz="1200" spc="90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August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2026</a:t>
            </a:r>
            <a:r>
              <a:rPr dirty="0" sz="1200" spc="90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67890"/>
                </a:solidFill>
                <a:latin typeface="Arial MT"/>
                <a:cs typeface="Arial MT"/>
              </a:rPr>
              <a:t>(2</a:t>
            </a:r>
            <a:r>
              <a:rPr dirty="0" sz="1200" spc="85">
                <a:solidFill>
                  <a:srgbClr val="66789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667890"/>
                </a:solidFill>
                <a:latin typeface="Arial MT"/>
                <a:cs typeface="Arial MT"/>
              </a:rPr>
              <a:t>Weeks)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Candidate</a:t>
            </a:r>
            <a:r>
              <a:rPr dirty="0" spc="-190"/>
              <a:t> </a:t>
            </a:r>
            <a:r>
              <a:rPr dirty="0" spc="-385"/>
              <a:t>&amp;</a:t>
            </a:r>
            <a:r>
              <a:rPr dirty="0" spc="-185"/>
              <a:t> </a:t>
            </a:r>
            <a:r>
              <a:rPr dirty="0" spc="-120"/>
              <a:t>Program</a:t>
            </a:r>
            <a:r>
              <a:rPr dirty="0" spc="-185"/>
              <a:t> </a:t>
            </a:r>
            <a:r>
              <a:rPr dirty="0" spc="-105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715" y="1303902"/>
            <a:ext cx="5393690" cy="1323975"/>
            <a:chOff x="594715" y="1303902"/>
            <a:chExt cx="5393690" cy="1323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303902"/>
              <a:ext cx="5393156" cy="13237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356" y="1325531"/>
              <a:ext cx="5304155" cy="1235075"/>
            </a:xfrm>
            <a:custGeom>
              <a:avLst/>
              <a:gdLst/>
              <a:ahLst/>
              <a:cxnLst/>
              <a:rect l="l" t="t" r="r" b="b"/>
              <a:pathLst>
                <a:path w="530415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5097957" y="1234795"/>
                  </a:lnTo>
                  <a:lnTo>
                    <a:pt x="5124229" y="1233046"/>
                  </a:lnTo>
                  <a:lnTo>
                    <a:pt x="5124732" y="1233046"/>
                  </a:lnTo>
                  <a:lnTo>
                    <a:pt x="5176735" y="1219000"/>
                  </a:lnTo>
                  <a:lnTo>
                    <a:pt x="5223366" y="1192128"/>
                  </a:lnTo>
                  <a:lnTo>
                    <a:pt x="5261220" y="1154273"/>
                  </a:lnTo>
                  <a:lnTo>
                    <a:pt x="5288217" y="1107650"/>
                  </a:lnTo>
                  <a:lnTo>
                    <a:pt x="5302108" y="1055900"/>
                  </a:lnTo>
                  <a:lnTo>
                    <a:pt x="5303888" y="1028877"/>
                  </a:lnTo>
                  <a:lnTo>
                    <a:pt x="5303864" y="205917"/>
                  </a:lnTo>
                  <a:lnTo>
                    <a:pt x="5296774" y="152903"/>
                  </a:lnTo>
                  <a:lnTo>
                    <a:pt x="5276164" y="103314"/>
                  </a:lnTo>
                  <a:lnTo>
                    <a:pt x="5243542" y="60701"/>
                  </a:lnTo>
                  <a:lnTo>
                    <a:pt x="5200929" y="28079"/>
                  </a:lnTo>
                  <a:lnTo>
                    <a:pt x="5151196" y="7331"/>
                  </a:lnTo>
                  <a:lnTo>
                    <a:pt x="509795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356" y="1325531"/>
              <a:ext cx="5304155" cy="1235075"/>
            </a:xfrm>
            <a:custGeom>
              <a:avLst/>
              <a:gdLst/>
              <a:ahLst/>
              <a:cxnLst/>
              <a:rect l="l" t="t" r="r" b="b"/>
              <a:pathLst>
                <a:path w="530415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5097957" y="355"/>
                  </a:lnTo>
                  <a:lnTo>
                    <a:pt x="5151196" y="7331"/>
                  </a:lnTo>
                  <a:lnTo>
                    <a:pt x="5200929" y="28079"/>
                  </a:lnTo>
                  <a:lnTo>
                    <a:pt x="5243542" y="60701"/>
                  </a:lnTo>
                  <a:lnTo>
                    <a:pt x="5276164" y="103314"/>
                  </a:lnTo>
                  <a:lnTo>
                    <a:pt x="5296774" y="152903"/>
                  </a:lnTo>
                  <a:lnTo>
                    <a:pt x="5303888" y="206273"/>
                  </a:lnTo>
                  <a:lnTo>
                    <a:pt x="5303888" y="1028877"/>
                  </a:lnTo>
                  <a:lnTo>
                    <a:pt x="5302138" y="1055745"/>
                  </a:lnTo>
                  <a:lnTo>
                    <a:pt x="5296912" y="1082109"/>
                  </a:lnTo>
                  <a:lnTo>
                    <a:pt x="5276164" y="1131836"/>
                  </a:lnTo>
                  <a:lnTo>
                    <a:pt x="5243542" y="1174449"/>
                  </a:lnTo>
                  <a:lnTo>
                    <a:pt x="5200929" y="1207071"/>
                  </a:lnTo>
                  <a:lnTo>
                    <a:pt x="5151329" y="1227686"/>
                  </a:lnTo>
                  <a:lnTo>
                    <a:pt x="509795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88377" y="1380936"/>
            <a:ext cx="3218815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633220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Candidate</a:t>
            </a:r>
            <a:r>
              <a:rPr dirty="0" sz="1400" spc="-3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Details</a:t>
            </a:r>
            <a:endParaRPr sz="1400">
              <a:latin typeface="Arial Black"/>
              <a:cs typeface="Arial Black"/>
            </a:endParaRPr>
          </a:p>
          <a:p>
            <a:pPr marL="12700" marR="136017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Student:</a:t>
            </a:r>
            <a:r>
              <a:rPr dirty="0" sz="1100" spc="1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75">
                <a:solidFill>
                  <a:srgbClr val="182231"/>
                </a:solidFill>
                <a:latin typeface="Arial MT"/>
                <a:cs typeface="Arial MT"/>
              </a:rPr>
              <a:t>PARTH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85">
                <a:solidFill>
                  <a:srgbClr val="182231"/>
                </a:solidFill>
                <a:latin typeface="Arial MT"/>
                <a:cs typeface="Arial MT"/>
              </a:rPr>
              <a:t>SRIVASTAVA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Roll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No.: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25SCS1003002303</a:t>
            </a:r>
            <a:endParaRPr sz="1100">
              <a:latin typeface="Arial MT"/>
              <a:cs typeface="Arial MT"/>
            </a:endParaRPr>
          </a:p>
          <a:p>
            <a:pPr marL="12700" marR="144399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Degree: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182231"/>
                </a:solidFill>
                <a:latin typeface="Arial MT"/>
                <a:cs typeface="Arial MT"/>
              </a:rPr>
              <a:t>B.Tech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35">
                <a:solidFill>
                  <a:srgbClr val="182231"/>
                </a:solidFill>
                <a:latin typeface="Arial MT"/>
                <a:cs typeface="Arial MT"/>
              </a:rPr>
              <a:t>CSE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(AI-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ML)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Batch: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2026–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2027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6835" y="1303902"/>
            <a:ext cx="5393690" cy="1323975"/>
            <a:chOff x="6126835" y="1303902"/>
            <a:chExt cx="5393690" cy="13239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835" y="1303902"/>
              <a:ext cx="5393156" cy="132374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1476" y="1325531"/>
              <a:ext cx="5304155" cy="1235075"/>
            </a:xfrm>
            <a:custGeom>
              <a:avLst/>
              <a:gdLst/>
              <a:ahLst/>
              <a:cxnLst/>
              <a:rect l="l" t="t" r="r" b="b"/>
              <a:pathLst>
                <a:path w="530415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5097957" y="1234795"/>
                  </a:lnTo>
                  <a:lnTo>
                    <a:pt x="5124229" y="1233046"/>
                  </a:lnTo>
                  <a:lnTo>
                    <a:pt x="5124732" y="1233046"/>
                  </a:lnTo>
                  <a:lnTo>
                    <a:pt x="5176735" y="1219000"/>
                  </a:lnTo>
                  <a:lnTo>
                    <a:pt x="5223366" y="1192128"/>
                  </a:lnTo>
                  <a:lnTo>
                    <a:pt x="5261220" y="1154273"/>
                  </a:lnTo>
                  <a:lnTo>
                    <a:pt x="5288217" y="1107650"/>
                  </a:lnTo>
                  <a:lnTo>
                    <a:pt x="5302108" y="1055900"/>
                  </a:lnTo>
                  <a:lnTo>
                    <a:pt x="5302138" y="1055745"/>
                  </a:lnTo>
                  <a:lnTo>
                    <a:pt x="5303888" y="1028877"/>
                  </a:lnTo>
                  <a:lnTo>
                    <a:pt x="5303864" y="205917"/>
                  </a:lnTo>
                  <a:lnTo>
                    <a:pt x="5302087" y="179250"/>
                  </a:lnTo>
                  <a:lnTo>
                    <a:pt x="5288088" y="127501"/>
                  </a:lnTo>
                  <a:lnTo>
                    <a:pt x="5261220" y="80877"/>
                  </a:lnTo>
                  <a:lnTo>
                    <a:pt x="5223366" y="43023"/>
                  </a:lnTo>
                  <a:lnTo>
                    <a:pt x="5176685" y="16000"/>
                  </a:lnTo>
                  <a:lnTo>
                    <a:pt x="5124830" y="2105"/>
                  </a:lnTo>
                  <a:lnTo>
                    <a:pt x="509795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71476" y="1325531"/>
              <a:ext cx="5304155" cy="1235075"/>
            </a:xfrm>
            <a:custGeom>
              <a:avLst/>
              <a:gdLst/>
              <a:ahLst/>
              <a:cxnLst/>
              <a:rect l="l" t="t" r="r" b="b"/>
              <a:pathLst>
                <a:path w="530415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5097957" y="355"/>
                  </a:lnTo>
                  <a:lnTo>
                    <a:pt x="5151196" y="7331"/>
                  </a:lnTo>
                  <a:lnTo>
                    <a:pt x="5200929" y="28079"/>
                  </a:lnTo>
                  <a:lnTo>
                    <a:pt x="5243542" y="60701"/>
                  </a:lnTo>
                  <a:lnTo>
                    <a:pt x="5276164" y="103314"/>
                  </a:lnTo>
                  <a:lnTo>
                    <a:pt x="5296774" y="152903"/>
                  </a:lnTo>
                  <a:lnTo>
                    <a:pt x="5303888" y="206273"/>
                  </a:lnTo>
                  <a:lnTo>
                    <a:pt x="5303888" y="1028877"/>
                  </a:lnTo>
                  <a:lnTo>
                    <a:pt x="5302138" y="1055745"/>
                  </a:lnTo>
                  <a:lnTo>
                    <a:pt x="5296912" y="1082109"/>
                  </a:lnTo>
                  <a:lnTo>
                    <a:pt x="5276164" y="1131836"/>
                  </a:lnTo>
                  <a:lnTo>
                    <a:pt x="5243542" y="1174449"/>
                  </a:lnTo>
                  <a:lnTo>
                    <a:pt x="5200929" y="1207071"/>
                  </a:lnTo>
                  <a:lnTo>
                    <a:pt x="5151329" y="1227686"/>
                  </a:lnTo>
                  <a:lnTo>
                    <a:pt x="509795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20497" y="1380936"/>
            <a:ext cx="3234690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617345">
              <a:lnSpc>
                <a:spcPct val="100000"/>
              </a:lnSpc>
              <a:spcBef>
                <a:spcPts val="990"/>
              </a:spcBef>
            </a:pP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Internship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Details</a:t>
            </a:r>
            <a:endParaRPr sz="1400">
              <a:latin typeface="Arial Black"/>
              <a:cs typeface="Arial Black"/>
            </a:endParaRPr>
          </a:p>
          <a:p>
            <a:pPr marL="12700" marR="561975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Organization:</a:t>
            </a:r>
            <a:r>
              <a:rPr dirty="0" sz="1100" spc="1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InAmigos</a:t>
            </a:r>
            <a:r>
              <a:rPr dirty="0" sz="1100" spc="1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Foundation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Profile: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500">
                <a:solidFill>
                  <a:srgbClr val="182231"/>
                </a:solidFill>
                <a:latin typeface="Arial MT"/>
                <a:cs typeface="Arial MT"/>
              </a:rPr>
              <a:t> 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Designation: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Intern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Duration: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15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Aug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2026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70">
                <a:solidFill>
                  <a:srgbClr val="182231"/>
                </a:solidFill>
                <a:latin typeface="Arial MT"/>
                <a:cs typeface="Arial MT"/>
              </a:rPr>
              <a:t>–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30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Aug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083" y="2812307"/>
            <a:ext cx="10925810" cy="1918335"/>
            <a:chOff x="595083" y="2812307"/>
            <a:chExt cx="10925810" cy="19183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2812307"/>
              <a:ext cx="10925276" cy="19180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9724" y="283392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7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23231" y="164098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10531081" y="1829168"/>
                  </a:lnTo>
                  <a:lnTo>
                    <a:pt x="10570938" y="1826557"/>
                  </a:lnTo>
                  <a:lnTo>
                    <a:pt x="10609864" y="1818816"/>
                  </a:lnTo>
                  <a:lnTo>
                    <a:pt x="10647815" y="1805926"/>
                  </a:lnTo>
                  <a:lnTo>
                    <a:pt x="10683709" y="1788121"/>
                  </a:lnTo>
                  <a:lnTo>
                    <a:pt x="10716795" y="1765979"/>
                  </a:lnTo>
                  <a:lnTo>
                    <a:pt x="10746568" y="1739839"/>
                  </a:lnTo>
                  <a:lnTo>
                    <a:pt x="10772969" y="1709806"/>
                  </a:lnTo>
                  <a:lnTo>
                    <a:pt x="10795317" y="1676527"/>
                  </a:lnTo>
                  <a:lnTo>
                    <a:pt x="10812834" y="1640982"/>
                  </a:lnTo>
                  <a:lnTo>
                    <a:pt x="10825628" y="1603262"/>
                  </a:lnTo>
                  <a:lnTo>
                    <a:pt x="10833383" y="1564191"/>
                  </a:lnTo>
                  <a:lnTo>
                    <a:pt x="10835995" y="1524241"/>
                  </a:lnTo>
                  <a:lnTo>
                    <a:pt x="10835972" y="304927"/>
                  </a:lnTo>
                  <a:lnTo>
                    <a:pt x="10833379" y="265332"/>
                  </a:lnTo>
                  <a:lnTo>
                    <a:pt x="10825599" y="226261"/>
                  </a:lnTo>
                  <a:lnTo>
                    <a:pt x="10812758" y="188541"/>
                  </a:lnTo>
                  <a:lnTo>
                    <a:pt x="10794961" y="152641"/>
                  </a:lnTo>
                  <a:lnTo>
                    <a:pt x="10772813" y="119563"/>
                  </a:lnTo>
                  <a:lnTo>
                    <a:pt x="10746582" y="89690"/>
                  </a:lnTo>
                  <a:lnTo>
                    <a:pt x="10716639" y="63394"/>
                  </a:lnTo>
                  <a:lnTo>
                    <a:pt x="10683354" y="41046"/>
                  </a:lnTo>
                  <a:lnTo>
                    <a:pt x="10647665" y="23449"/>
                  </a:lnTo>
                  <a:lnTo>
                    <a:pt x="10610051" y="10715"/>
                  </a:lnTo>
                  <a:lnTo>
                    <a:pt x="10571020" y="2977"/>
                  </a:lnTo>
                  <a:lnTo>
                    <a:pt x="1053108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724" y="283392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55" y="304927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10531081" y="368"/>
                  </a:lnTo>
                  <a:lnTo>
                    <a:pt x="10571020" y="2977"/>
                  </a:lnTo>
                  <a:lnTo>
                    <a:pt x="10610051" y="10715"/>
                  </a:lnTo>
                  <a:lnTo>
                    <a:pt x="10647665" y="23449"/>
                  </a:lnTo>
                  <a:lnTo>
                    <a:pt x="10683354" y="41046"/>
                  </a:lnTo>
                  <a:lnTo>
                    <a:pt x="10716639" y="63394"/>
                  </a:lnTo>
                  <a:lnTo>
                    <a:pt x="10746582" y="89690"/>
                  </a:lnTo>
                  <a:lnTo>
                    <a:pt x="10772813" y="119563"/>
                  </a:lnTo>
                  <a:lnTo>
                    <a:pt x="10794961" y="152641"/>
                  </a:lnTo>
                  <a:lnTo>
                    <a:pt x="10812758" y="188541"/>
                  </a:lnTo>
                  <a:lnTo>
                    <a:pt x="10825599" y="226261"/>
                  </a:lnTo>
                  <a:lnTo>
                    <a:pt x="10833379" y="265332"/>
                  </a:lnTo>
                  <a:lnTo>
                    <a:pt x="10835995" y="305282"/>
                  </a:lnTo>
                  <a:lnTo>
                    <a:pt x="10835995" y="1524241"/>
                  </a:lnTo>
                  <a:lnTo>
                    <a:pt x="10833384" y="1564186"/>
                  </a:lnTo>
                  <a:lnTo>
                    <a:pt x="10825643" y="1603217"/>
                  </a:lnTo>
                  <a:lnTo>
                    <a:pt x="10812908" y="1640832"/>
                  </a:lnTo>
                  <a:lnTo>
                    <a:pt x="10795317" y="1676527"/>
                  </a:lnTo>
                  <a:lnTo>
                    <a:pt x="10772969" y="1709806"/>
                  </a:lnTo>
                  <a:lnTo>
                    <a:pt x="10746671" y="1739749"/>
                  </a:lnTo>
                  <a:lnTo>
                    <a:pt x="10716795" y="1765979"/>
                  </a:lnTo>
                  <a:lnTo>
                    <a:pt x="10683709" y="1788121"/>
                  </a:lnTo>
                  <a:lnTo>
                    <a:pt x="10647815" y="1805926"/>
                  </a:lnTo>
                  <a:lnTo>
                    <a:pt x="10610095" y="1818770"/>
                  </a:lnTo>
                  <a:lnTo>
                    <a:pt x="10571026" y="1826551"/>
                  </a:lnTo>
                  <a:lnTo>
                    <a:pt x="1053108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7536" y="3354097"/>
            <a:ext cx="1027366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41275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Program</a:t>
            </a:r>
            <a:r>
              <a:rPr dirty="0" sz="1400" spc="-8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Overview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two-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week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focused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Intelligence.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program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aligns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chosen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AI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domain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emphasizes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teamwork, communication, responsible task completion,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 professional experience in a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remote-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environment.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083" y="4869707"/>
            <a:ext cx="3519170" cy="1918335"/>
            <a:chOff x="595083" y="4869707"/>
            <a:chExt cx="3519170" cy="191833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4869707"/>
              <a:ext cx="3518636" cy="19180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724" y="4891322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5" h="1829434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23231" y="164098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124441" y="1829168"/>
                  </a:lnTo>
                  <a:lnTo>
                    <a:pt x="3164298" y="1826557"/>
                  </a:lnTo>
                  <a:lnTo>
                    <a:pt x="3203224" y="1818816"/>
                  </a:lnTo>
                  <a:lnTo>
                    <a:pt x="3241175" y="1805926"/>
                  </a:lnTo>
                  <a:lnTo>
                    <a:pt x="3277069" y="1788121"/>
                  </a:lnTo>
                  <a:lnTo>
                    <a:pt x="3310155" y="1765979"/>
                  </a:lnTo>
                  <a:lnTo>
                    <a:pt x="3339928" y="1739839"/>
                  </a:lnTo>
                  <a:lnTo>
                    <a:pt x="3366329" y="1709806"/>
                  </a:lnTo>
                  <a:lnTo>
                    <a:pt x="3388677" y="1676527"/>
                  </a:lnTo>
                  <a:lnTo>
                    <a:pt x="3406194" y="1640982"/>
                  </a:lnTo>
                  <a:lnTo>
                    <a:pt x="3406268" y="1640832"/>
                  </a:lnTo>
                  <a:lnTo>
                    <a:pt x="3418988" y="1603262"/>
                  </a:lnTo>
                  <a:lnTo>
                    <a:pt x="3426743" y="1564191"/>
                  </a:lnTo>
                  <a:lnTo>
                    <a:pt x="3429355" y="1524241"/>
                  </a:lnTo>
                  <a:lnTo>
                    <a:pt x="3429332" y="304926"/>
                  </a:lnTo>
                  <a:lnTo>
                    <a:pt x="3426739" y="265332"/>
                  </a:lnTo>
                  <a:lnTo>
                    <a:pt x="3418959" y="226261"/>
                  </a:lnTo>
                  <a:lnTo>
                    <a:pt x="3406118" y="188541"/>
                  </a:lnTo>
                  <a:lnTo>
                    <a:pt x="3388321" y="152641"/>
                  </a:lnTo>
                  <a:lnTo>
                    <a:pt x="3366173" y="119563"/>
                  </a:lnTo>
                  <a:lnTo>
                    <a:pt x="3339942" y="89690"/>
                  </a:lnTo>
                  <a:lnTo>
                    <a:pt x="3309999" y="63394"/>
                  </a:lnTo>
                  <a:lnTo>
                    <a:pt x="3276714" y="41046"/>
                  </a:lnTo>
                  <a:lnTo>
                    <a:pt x="3241025" y="23449"/>
                  </a:lnTo>
                  <a:lnTo>
                    <a:pt x="3203411" y="10715"/>
                  </a:lnTo>
                  <a:lnTo>
                    <a:pt x="3164380" y="2977"/>
                  </a:lnTo>
                  <a:lnTo>
                    <a:pt x="312444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9724" y="4891322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5" h="1829434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124441" y="368"/>
                  </a:lnTo>
                  <a:lnTo>
                    <a:pt x="3164380" y="2977"/>
                  </a:lnTo>
                  <a:lnTo>
                    <a:pt x="3203411" y="10715"/>
                  </a:lnTo>
                  <a:lnTo>
                    <a:pt x="3241025" y="23449"/>
                  </a:lnTo>
                  <a:lnTo>
                    <a:pt x="3276714" y="41046"/>
                  </a:lnTo>
                  <a:lnTo>
                    <a:pt x="3309999" y="63394"/>
                  </a:lnTo>
                  <a:lnTo>
                    <a:pt x="3339942" y="89690"/>
                  </a:lnTo>
                  <a:lnTo>
                    <a:pt x="3366173" y="119563"/>
                  </a:lnTo>
                  <a:lnTo>
                    <a:pt x="3388321" y="152641"/>
                  </a:lnTo>
                  <a:lnTo>
                    <a:pt x="3406118" y="188541"/>
                  </a:lnTo>
                  <a:lnTo>
                    <a:pt x="3418959" y="226261"/>
                  </a:lnTo>
                  <a:lnTo>
                    <a:pt x="3426739" y="265332"/>
                  </a:lnTo>
                  <a:lnTo>
                    <a:pt x="3429355" y="305282"/>
                  </a:lnTo>
                  <a:lnTo>
                    <a:pt x="3429355" y="1524241"/>
                  </a:lnTo>
                  <a:lnTo>
                    <a:pt x="3426744" y="1564186"/>
                  </a:lnTo>
                  <a:lnTo>
                    <a:pt x="3419003" y="1603217"/>
                  </a:lnTo>
                  <a:lnTo>
                    <a:pt x="3406268" y="1640832"/>
                  </a:lnTo>
                  <a:lnTo>
                    <a:pt x="3388677" y="1676527"/>
                  </a:lnTo>
                  <a:lnTo>
                    <a:pt x="3366329" y="1709806"/>
                  </a:lnTo>
                  <a:lnTo>
                    <a:pt x="3340031" y="1739749"/>
                  </a:lnTo>
                  <a:lnTo>
                    <a:pt x="3310155" y="1765979"/>
                  </a:lnTo>
                  <a:lnTo>
                    <a:pt x="3277069" y="1788121"/>
                  </a:lnTo>
                  <a:lnTo>
                    <a:pt x="3241175" y="1805926"/>
                  </a:lnTo>
                  <a:lnTo>
                    <a:pt x="3203455" y="1818770"/>
                  </a:lnTo>
                  <a:lnTo>
                    <a:pt x="3164386" y="1826551"/>
                  </a:lnTo>
                  <a:lnTo>
                    <a:pt x="312444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17536" y="5327643"/>
            <a:ext cx="2814320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781050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Learning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Focus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1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concepts</a:t>
            </a:r>
            <a:r>
              <a:rPr dirty="0" sz="1100" spc="1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tasks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2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44123" y="4869707"/>
            <a:ext cx="3519170" cy="1918335"/>
            <a:chOff x="4344123" y="4869707"/>
            <a:chExt cx="3519170" cy="191833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4869707"/>
              <a:ext cx="3518636" cy="191809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88764" y="4891322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4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124441" y="1829168"/>
                  </a:lnTo>
                  <a:lnTo>
                    <a:pt x="3164298" y="1826557"/>
                  </a:lnTo>
                  <a:lnTo>
                    <a:pt x="3203224" y="1818816"/>
                  </a:lnTo>
                  <a:lnTo>
                    <a:pt x="3241175" y="1805926"/>
                  </a:lnTo>
                  <a:lnTo>
                    <a:pt x="3277069" y="1788121"/>
                  </a:lnTo>
                  <a:lnTo>
                    <a:pt x="3310155" y="1765979"/>
                  </a:lnTo>
                  <a:lnTo>
                    <a:pt x="3339928" y="1739839"/>
                  </a:lnTo>
                  <a:lnTo>
                    <a:pt x="3366329" y="1709806"/>
                  </a:lnTo>
                  <a:lnTo>
                    <a:pt x="3388677" y="1676527"/>
                  </a:lnTo>
                  <a:lnTo>
                    <a:pt x="3406194" y="1640982"/>
                  </a:lnTo>
                  <a:lnTo>
                    <a:pt x="3418988" y="1603262"/>
                  </a:lnTo>
                  <a:lnTo>
                    <a:pt x="3426743" y="1564191"/>
                  </a:lnTo>
                  <a:lnTo>
                    <a:pt x="3429355" y="1524241"/>
                  </a:lnTo>
                  <a:lnTo>
                    <a:pt x="3429332" y="304926"/>
                  </a:lnTo>
                  <a:lnTo>
                    <a:pt x="3426739" y="265332"/>
                  </a:lnTo>
                  <a:lnTo>
                    <a:pt x="3418959" y="226261"/>
                  </a:lnTo>
                  <a:lnTo>
                    <a:pt x="3406118" y="188541"/>
                  </a:lnTo>
                  <a:lnTo>
                    <a:pt x="3388321" y="152641"/>
                  </a:lnTo>
                  <a:lnTo>
                    <a:pt x="3366173" y="119563"/>
                  </a:lnTo>
                  <a:lnTo>
                    <a:pt x="3339942" y="89690"/>
                  </a:lnTo>
                  <a:lnTo>
                    <a:pt x="3309999" y="63394"/>
                  </a:lnTo>
                  <a:lnTo>
                    <a:pt x="3276714" y="41046"/>
                  </a:lnTo>
                  <a:lnTo>
                    <a:pt x="3241025" y="23449"/>
                  </a:lnTo>
                  <a:lnTo>
                    <a:pt x="3203411" y="10715"/>
                  </a:lnTo>
                  <a:lnTo>
                    <a:pt x="3164380" y="2977"/>
                  </a:lnTo>
                  <a:lnTo>
                    <a:pt x="312444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88764" y="4891322"/>
              <a:ext cx="3429635" cy="1829435"/>
            </a:xfrm>
            <a:custGeom>
              <a:avLst/>
              <a:gdLst/>
              <a:ahLst/>
              <a:cxnLst/>
              <a:rect l="l" t="t" r="r" b="b"/>
              <a:pathLst>
                <a:path w="3429634" h="1829434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124441" y="368"/>
                  </a:lnTo>
                  <a:lnTo>
                    <a:pt x="3164380" y="2977"/>
                  </a:lnTo>
                  <a:lnTo>
                    <a:pt x="3203411" y="10715"/>
                  </a:lnTo>
                  <a:lnTo>
                    <a:pt x="3241025" y="23449"/>
                  </a:lnTo>
                  <a:lnTo>
                    <a:pt x="3276714" y="41046"/>
                  </a:lnTo>
                  <a:lnTo>
                    <a:pt x="3309999" y="63394"/>
                  </a:lnTo>
                  <a:lnTo>
                    <a:pt x="3339942" y="89690"/>
                  </a:lnTo>
                  <a:lnTo>
                    <a:pt x="3366173" y="119563"/>
                  </a:lnTo>
                  <a:lnTo>
                    <a:pt x="3388321" y="152641"/>
                  </a:lnTo>
                  <a:lnTo>
                    <a:pt x="3406118" y="188541"/>
                  </a:lnTo>
                  <a:lnTo>
                    <a:pt x="3418959" y="226261"/>
                  </a:lnTo>
                  <a:lnTo>
                    <a:pt x="3426739" y="265332"/>
                  </a:lnTo>
                  <a:lnTo>
                    <a:pt x="3429355" y="305282"/>
                  </a:lnTo>
                  <a:lnTo>
                    <a:pt x="3429355" y="1524241"/>
                  </a:lnTo>
                  <a:lnTo>
                    <a:pt x="3426744" y="1564186"/>
                  </a:lnTo>
                  <a:lnTo>
                    <a:pt x="3419003" y="1603217"/>
                  </a:lnTo>
                  <a:lnTo>
                    <a:pt x="3406268" y="1640832"/>
                  </a:lnTo>
                  <a:lnTo>
                    <a:pt x="3388677" y="1676527"/>
                  </a:lnTo>
                  <a:lnTo>
                    <a:pt x="3366329" y="1709806"/>
                  </a:lnTo>
                  <a:lnTo>
                    <a:pt x="3340031" y="1739749"/>
                  </a:lnTo>
                  <a:lnTo>
                    <a:pt x="3310155" y="1765979"/>
                  </a:lnTo>
                  <a:lnTo>
                    <a:pt x="3277069" y="1788121"/>
                  </a:lnTo>
                  <a:lnTo>
                    <a:pt x="3241175" y="1805926"/>
                  </a:lnTo>
                  <a:lnTo>
                    <a:pt x="3203455" y="1818770"/>
                  </a:lnTo>
                  <a:lnTo>
                    <a:pt x="3164386" y="1826551"/>
                  </a:lnTo>
                  <a:lnTo>
                    <a:pt x="312444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666576" y="5243759"/>
            <a:ext cx="2070100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50900">
              <a:lnSpc>
                <a:spcPct val="100000"/>
              </a:lnSpc>
              <a:spcBef>
                <a:spcPts val="990"/>
              </a:spcBef>
            </a:pP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endParaRPr sz="1400">
              <a:latin typeface="Arial Black"/>
              <a:cs typeface="Arial Black"/>
            </a:endParaRPr>
          </a:p>
          <a:p>
            <a:pPr marL="12700" marR="847725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-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meetings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Group</a:t>
            </a:r>
            <a:r>
              <a:rPr dirty="0" sz="1100" spc="1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discussions</a:t>
            </a:r>
            <a:endParaRPr sz="1100">
              <a:latin typeface="Arial MT"/>
              <a:cs typeface="Arial MT"/>
            </a:endParaRPr>
          </a:p>
          <a:p>
            <a:pPr marL="12700" marR="576580">
              <a:lnSpc>
                <a:spcPct val="100000"/>
              </a:lnSpc>
              <a:spcBef>
                <a:spcPts val="5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1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Communication</a:t>
            </a:r>
            <a:r>
              <a:rPr dirty="0" sz="1100" spc="25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skills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93164" y="4869707"/>
            <a:ext cx="3427729" cy="1918335"/>
            <a:chOff x="8093164" y="4869707"/>
            <a:chExt cx="3427729" cy="191833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3164" y="4869707"/>
              <a:ext cx="3427196" cy="191809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137804" y="489132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4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033001" y="1829168"/>
                  </a:lnTo>
                  <a:lnTo>
                    <a:pt x="3072858" y="1826557"/>
                  </a:lnTo>
                  <a:lnTo>
                    <a:pt x="3111784" y="1818816"/>
                  </a:lnTo>
                  <a:lnTo>
                    <a:pt x="3149735" y="1805926"/>
                  </a:lnTo>
                  <a:lnTo>
                    <a:pt x="3185629" y="1788121"/>
                  </a:lnTo>
                  <a:lnTo>
                    <a:pt x="3218715" y="1765979"/>
                  </a:lnTo>
                  <a:lnTo>
                    <a:pt x="3248488" y="1739839"/>
                  </a:lnTo>
                  <a:lnTo>
                    <a:pt x="3274889" y="1709806"/>
                  </a:lnTo>
                  <a:lnTo>
                    <a:pt x="3297237" y="1676527"/>
                  </a:lnTo>
                  <a:lnTo>
                    <a:pt x="3314754" y="1640982"/>
                  </a:lnTo>
                  <a:lnTo>
                    <a:pt x="3327548" y="1603262"/>
                  </a:lnTo>
                  <a:lnTo>
                    <a:pt x="3335303" y="1564191"/>
                  </a:lnTo>
                  <a:lnTo>
                    <a:pt x="3337915" y="1524241"/>
                  </a:lnTo>
                  <a:lnTo>
                    <a:pt x="3337892" y="304926"/>
                  </a:lnTo>
                  <a:lnTo>
                    <a:pt x="3335299" y="265332"/>
                  </a:lnTo>
                  <a:lnTo>
                    <a:pt x="3327519" y="226261"/>
                  </a:lnTo>
                  <a:lnTo>
                    <a:pt x="3314678" y="188541"/>
                  </a:lnTo>
                  <a:lnTo>
                    <a:pt x="3296881" y="152641"/>
                  </a:lnTo>
                  <a:lnTo>
                    <a:pt x="3274733" y="119563"/>
                  </a:lnTo>
                  <a:lnTo>
                    <a:pt x="3248502" y="89690"/>
                  </a:lnTo>
                  <a:lnTo>
                    <a:pt x="3218559" y="63394"/>
                  </a:lnTo>
                  <a:lnTo>
                    <a:pt x="3185274" y="41046"/>
                  </a:lnTo>
                  <a:lnTo>
                    <a:pt x="3149585" y="23449"/>
                  </a:lnTo>
                  <a:lnTo>
                    <a:pt x="3111971" y="10715"/>
                  </a:lnTo>
                  <a:lnTo>
                    <a:pt x="3072940" y="2977"/>
                  </a:lnTo>
                  <a:lnTo>
                    <a:pt x="303300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37804" y="489132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4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033001" y="368"/>
                  </a:lnTo>
                  <a:lnTo>
                    <a:pt x="3072940" y="2977"/>
                  </a:lnTo>
                  <a:lnTo>
                    <a:pt x="3111971" y="10715"/>
                  </a:lnTo>
                  <a:lnTo>
                    <a:pt x="3149585" y="23449"/>
                  </a:lnTo>
                  <a:lnTo>
                    <a:pt x="3185274" y="41046"/>
                  </a:lnTo>
                  <a:lnTo>
                    <a:pt x="3218559" y="63394"/>
                  </a:lnTo>
                  <a:lnTo>
                    <a:pt x="3248502" y="89690"/>
                  </a:lnTo>
                  <a:lnTo>
                    <a:pt x="3274733" y="119563"/>
                  </a:lnTo>
                  <a:lnTo>
                    <a:pt x="3296881" y="152641"/>
                  </a:lnTo>
                  <a:lnTo>
                    <a:pt x="3314678" y="188541"/>
                  </a:lnTo>
                  <a:lnTo>
                    <a:pt x="3327519" y="226261"/>
                  </a:lnTo>
                  <a:lnTo>
                    <a:pt x="3335299" y="265332"/>
                  </a:lnTo>
                  <a:lnTo>
                    <a:pt x="3337915" y="305282"/>
                  </a:lnTo>
                  <a:lnTo>
                    <a:pt x="3337915" y="1524241"/>
                  </a:lnTo>
                  <a:lnTo>
                    <a:pt x="3335304" y="1564186"/>
                  </a:lnTo>
                  <a:lnTo>
                    <a:pt x="3327563" y="1603217"/>
                  </a:lnTo>
                  <a:lnTo>
                    <a:pt x="3314828" y="1640832"/>
                  </a:lnTo>
                  <a:lnTo>
                    <a:pt x="3297237" y="1676527"/>
                  </a:lnTo>
                  <a:lnTo>
                    <a:pt x="3274889" y="1709806"/>
                  </a:lnTo>
                  <a:lnTo>
                    <a:pt x="3248591" y="1739749"/>
                  </a:lnTo>
                  <a:lnTo>
                    <a:pt x="3218715" y="1765979"/>
                  </a:lnTo>
                  <a:lnTo>
                    <a:pt x="3185629" y="1788121"/>
                  </a:lnTo>
                  <a:lnTo>
                    <a:pt x="3149735" y="1805926"/>
                  </a:lnTo>
                  <a:lnTo>
                    <a:pt x="3112015" y="1818770"/>
                  </a:lnTo>
                  <a:lnTo>
                    <a:pt x="3072946" y="1826551"/>
                  </a:lnTo>
                  <a:lnTo>
                    <a:pt x="303300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415616" y="5243759"/>
            <a:ext cx="2255520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574040">
              <a:lnSpc>
                <a:spcPct val="100000"/>
              </a:lnSpc>
              <a:spcBef>
                <a:spcPts val="990"/>
              </a:spcBef>
            </a:pP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Work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Environment</a:t>
            </a:r>
            <a:endParaRPr sz="1400">
              <a:latin typeface="Arial Black"/>
              <a:cs typeface="Arial Black"/>
            </a:endParaRPr>
          </a:p>
          <a:p>
            <a:pPr marL="12700" marR="48260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Generally</a:t>
            </a:r>
            <a:r>
              <a:rPr dirty="0" sz="1100" spc="1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remote</a:t>
            </a:r>
            <a:r>
              <a:rPr dirty="0" sz="1100" spc="5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Fieldwork</a:t>
            </a:r>
            <a:r>
              <a:rPr dirty="0" sz="1100" spc="20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when</a:t>
            </a:r>
            <a:r>
              <a:rPr dirty="0" sz="1100" spc="20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required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Flexible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working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hours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Timely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of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Organization</a:t>
            </a:r>
            <a:r>
              <a:rPr dirty="0" spc="-135"/>
              <a:t> </a:t>
            </a:r>
            <a:r>
              <a:rPr dirty="0" spc="-95"/>
              <a:t>Profile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715" y="1257827"/>
            <a:ext cx="6673850" cy="1918335"/>
            <a:chOff x="594715" y="1257827"/>
            <a:chExt cx="6673850" cy="1918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257827"/>
              <a:ext cx="6673316" cy="19180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356" y="1279442"/>
              <a:ext cx="6584315" cy="1829435"/>
            </a:xfrm>
            <a:custGeom>
              <a:avLst/>
              <a:gdLst/>
              <a:ahLst/>
              <a:cxnLst/>
              <a:rect l="l" t="t" r="r" b="b"/>
              <a:pathLst>
                <a:path w="65843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6279121" y="1829168"/>
                  </a:lnTo>
                  <a:lnTo>
                    <a:pt x="6318983" y="1826557"/>
                  </a:lnTo>
                  <a:lnTo>
                    <a:pt x="6357911" y="1818816"/>
                  </a:lnTo>
                  <a:lnTo>
                    <a:pt x="6395862" y="1805926"/>
                  </a:lnTo>
                  <a:lnTo>
                    <a:pt x="6431762" y="1788121"/>
                  </a:lnTo>
                  <a:lnTo>
                    <a:pt x="6464842" y="1765979"/>
                  </a:lnTo>
                  <a:lnTo>
                    <a:pt x="6494616" y="1739839"/>
                  </a:lnTo>
                  <a:lnTo>
                    <a:pt x="6521020" y="1709806"/>
                  </a:lnTo>
                  <a:lnTo>
                    <a:pt x="6543370" y="1676527"/>
                  </a:lnTo>
                  <a:lnTo>
                    <a:pt x="6560887" y="1640982"/>
                  </a:lnTo>
                  <a:lnTo>
                    <a:pt x="6560961" y="1640832"/>
                  </a:lnTo>
                  <a:lnTo>
                    <a:pt x="6573681" y="1603262"/>
                  </a:lnTo>
                  <a:lnTo>
                    <a:pt x="6581436" y="1564191"/>
                  </a:lnTo>
                  <a:lnTo>
                    <a:pt x="6584048" y="1524241"/>
                  </a:lnTo>
                  <a:lnTo>
                    <a:pt x="6584025" y="304926"/>
                  </a:lnTo>
                  <a:lnTo>
                    <a:pt x="6581431" y="265332"/>
                  </a:lnTo>
                  <a:lnTo>
                    <a:pt x="6573650" y="226261"/>
                  </a:lnTo>
                  <a:lnTo>
                    <a:pt x="6560806" y="188541"/>
                  </a:lnTo>
                  <a:lnTo>
                    <a:pt x="6543001" y="152641"/>
                  </a:lnTo>
                  <a:lnTo>
                    <a:pt x="6520859" y="119563"/>
                  </a:lnTo>
                  <a:lnTo>
                    <a:pt x="6494629" y="89690"/>
                  </a:lnTo>
                  <a:lnTo>
                    <a:pt x="6464686" y="63394"/>
                  </a:lnTo>
                  <a:lnTo>
                    <a:pt x="6431407" y="41046"/>
                  </a:lnTo>
                  <a:lnTo>
                    <a:pt x="6395712" y="23449"/>
                  </a:lnTo>
                  <a:lnTo>
                    <a:pt x="6358097" y="10715"/>
                  </a:lnTo>
                  <a:lnTo>
                    <a:pt x="6319066" y="2977"/>
                  </a:lnTo>
                  <a:lnTo>
                    <a:pt x="62791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356" y="1279442"/>
              <a:ext cx="6584315" cy="1829435"/>
            </a:xfrm>
            <a:custGeom>
              <a:avLst/>
              <a:gdLst/>
              <a:ahLst/>
              <a:cxnLst/>
              <a:rect l="l" t="t" r="r" b="b"/>
              <a:pathLst>
                <a:path w="65843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6279121" y="368"/>
                  </a:lnTo>
                  <a:lnTo>
                    <a:pt x="6319066" y="2977"/>
                  </a:lnTo>
                  <a:lnTo>
                    <a:pt x="6358097" y="10715"/>
                  </a:lnTo>
                  <a:lnTo>
                    <a:pt x="6395712" y="23449"/>
                  </a:lnTo>
                  <a:lnTo>
                    <a:pt x="6431407" y="41046"/>
                  </a:lnTo>
                  <a:lnTo>
                    <a:pt x="6464686" y="63394"/>
                  </a:lnTo>
                  <a:lnTo>
                    <a:pt x="6494629" y="89690"/>
                  </a:lnTo>
                  <a:lnTo>
                    <a:pt x="6520859" y="119563"/>
                  </a:lnTo>
                  <a:lnTo>
                    <a:pt x="6543001" y="152641"/>
                  </a:lnTo>
                  <a:lnTo>
                    <a:pt x="6560806" y="188541"/>
                  </a:lnTo>
                  <a:lnTo>
                    <a:pt x="6573650" y="226261"/>
                  </a:lnTo>
                  <a:lnTo>
                    <a:pt x="6581431" y="265332"/>
                  </a:lnTo>
                  <a:lnTo>
                    <a:pt x="6584048" y="305282"/>
                  </a:lnTo>
                  <a:lnTo>
                    <a:pt x="6584048" y="1524241"/>
                  </a:lnTo>
                  <a:lnTo>
                    <a:pt x="6581437" y="1564186"/>
                  </a:lnTo>
                  <a:lnTo>
                    <a:pt x="6573696" y="1603217"/>
                  </a:lnTo>
                  <a:lnTo>
                    <a:pt x="6560961" y="1640832"/>
                  </a:lnTo>
                  <a:lnTo>
                    <a:pt x="6543370" y="1676527"/>
                  </a:lnTo>
                  <a:lnTo>
                    <a:pt x="6521020" y="1709806"/>
                  </a:lnTo>
                  <a:lnTo>
                    <a:pt x="6494719" y="1739749"/>
                  </a:lnTo>
                  <a:lnTo>
                    <a:pt x="6464842" y="1765979"/>
                  </a:lnTo>
                  <a:lnTo>
                    <a:pt x="6431762" y="1788121"/>
                  </a:lnTo>
                  <a:lnTo>
                    <a:pt x="6395862" y="1805926"/>
                  </a:lnTo>
                  <a:lnTo>
                    <a:pt x="6358142" y="1818770"/>
                  </a:lnTo>
                  <a:lnTo>
                    <a:pt x="6319071" y="1826551"/>
                  </a:lnTo>
                  <a:lnTo>
                    <a:pt x="62791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17181" y="1631880"/>
            <a:ext cx="6005830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57150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InAmigos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Foundation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InAmigos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Foundation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provides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opportunities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students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aspiring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professionals,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including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opportunities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Intelligence.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Its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structure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gives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learners</a:t>
            </a:r>
            <a:r>
              <a:rPr dirty="0" sz="1100" spc="-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-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responsibilities,</a:t>
            </a:r>
            <a:r>
              <a:rPr dirty="0" sz="1100" spc="-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participation,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06995" y="1257827"/>
            <a:ext cx="4113529" cy="1918335"/>
            <a:chOff x="7406995" y="1257827"/>
            <a:chExt cx="4113529" cy="19183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6995" y="1257827"/>
              <a:ext cx="4112996" cy="19180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51636" y="1279442"/>
              <a:ext cx="4023995" cy="1829435"/>
            </a:xfrm>
            <a:custGeom>
              <a:avLst/>
              <a:gdLst/>
              <a:ahLst/>
              <a:cxnLst/>
              <a:rect l="l" t="t" r="r" b="b"/>
              <a:pathLst>
                <a:path w="402399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718801" y="1829168"/>
                  </a:lnTo>
                  <a:lnTo>
                    <a:pt x="3758663" y="1826557"/>
                  </a:lnTo>
                  <a:lnTo>
                    <a:pt x="3797591" y="1818816"/>
                  </a:lnTo>
                  <a:lnTo>
                    <a:pt x="3835542" y="1805926"/>
                  </a:lnTo>
                  <a:lnTo>
                    <a:pt x="3871442" y="1788121"/>
                  </a:lnTo>
                  <a:lnTo>
                    <a:pt x="3904522" y="1765979"/>
                  </a:lnTo>
                  <a:lnTo>
                    <a:pt x="3934296" y="1739839"/>
                  </a:lnTo>
                  <a:lnTo>
                    <a:pt x="3960700" y="1709806"/>
                  </a:lnTo>
                  <a:lnTo>
                    <a:pt x="3983050" y="1676527"/>
                  </a:lnTo>
                  <a:lnTo>
                    <a:pt x="4000567" y="1640982"/>
                  </a:lnTo>
                  <a:lnTo>
                    <a:pt x="4000641" y="1640832"/>
                  </a:lnTo>
                  <a:lnTo>
                    <a:pt x="4013361" y="1603262"/>
                  </a:lnTo>
                  <a:lnTo>
                    <a:pt x="4021116" y="1564191"/>
                  </a:lnTo>
                  <a:lnTo>
                    <a:pt x="4023728" y="1524241"/>
                  </a:lnTo>
                  <a:lnTo>
                    <a:pt x="4023705" y="304926"/>
                  </a:lnTo>
                  <a:lnTo>
                    <a:pt x="4021111" y="265332"/>
                  </a:lnTo>
                  <a:lnTo>
                    <a:pt x="4013330" y="226261"/>
                  </a:lnTo>
                  <a:lnTo>
                    <a:pt x="4000486" y="188541"/>
                  </a:lnTo>
                  <a:lnTo>
                    <a:pt x="3982681" y="152641"/>
                  </a:lnTo>
                  <a:lnTo>
                    <a:pt x="3960539" y="119563"/>
                  </a:lnTo>
                  <a:lnTo>
                    <a:pt x="3934309" y="89690"/>
                  </a:lnTo>
                  <a:lnTo>
                    <a:pt x="3904366" y="63394"/>
                  </a:lnTo>
                  <a:lnTo>
                    <a:pt x="3871086" y="41046"/>
                  </a:lnTo>
                  <a:lnTo>
                    <a:pt x="3835392" y="23449"/>
                  </a:lnTo>
                  <a:lnTo>
                    <a:pt x="3797777" y="10715"/>
                  </a:lnTo>
                  <a:lnTo>
                    <a:pt x="3758746" y="2977"/>
                  </a:lnTo>
                  <a:lnTo>
                    <a:pt x="371880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451636" y="1279442"/>
              <a:ext cx="4023995" cy="1829435"/>
            </a:xfrm>
            <a:custGeom>
              <a:avLst/>
              <a:gdLst/>
              <a:ahLst/>
              <a:cxnLst/>
              <a:rect l="l" t="t" r="r" b="b"/>
              <a:pathLst>
                <a:path w="402399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718801" y="368"/>
                  </a:lnTo>
                  <a:lnTo>
                    <a:pt x="3758746" y="2977"/>
                  </a:lnTo>
                  <a:lnTo>
                    <a:pt x="3797777" y="10715"/>
                  </a:lnTo>
                  <a:lnTo>
                    <a:pt x="3835392" y="23449"/>
                  </a:lnTo>
                  <a:lnTo>
                    <a:pt x="3871086" y="41046"/>
                  </a:lnTo>
                  <a:lnTo>
                    <a:pt x="3904366" y="63394"/>
                  </a:lnTo>
                  <a:lnTo>
                    <a:pt x="3934309" y="89690"/>
                  </a:lnTo>
                  <a:lnTo>
                    <a:pt x="3960539" y="119563"/>
                  </a:lnTo>
                  <a:lnTo>
                    <a:pt x="3982681" y="152641"/>
                  </a:lnTo>
                  <a:lnTo>
                    <a:pt x="4000486" y="188541"/>
                  </a:lnTo>
                  <a:lnTo>
                    <a:pt x="4013330" y="226261"/>
                  </a:lnTo>
                  <a:lnTo>
                    <a:pt x="4021111" y="265332"/>
                  </a:lnTo>
                  <a:lnTo>
                    <a:pt x="4023728" y="305282"/>
                  </a:lnTo>
                  <a:lnTo>
                    <a:pt x="4023728" y="1524241"/>
                  </a:lnTo>
                  <a:lnTo>
                    <a:pt x="4021117" y="1564186"/>
                  </a:lnTo>
                  <a:lnTo>
                    <a:pt x="4013376" y="1603217"/>
                  </a:lnTo>
                  <a:lnTo>
                    <a:pt x="4000641" y="1640832"/>
                  </a:lnTo>
                  <a:lnTo>
                    <a:pt x="3983050" y="1676527"/>
                  </a:lnTo>
                  <a:lnTo>
                    <a:pt x="3960700" y="1709806"/>
                  </a:lnTo>
                  <a:lnTo>
                    <a:pt x="3934399" y="1739749"/>
                  </a:lnTo>
                  <a:lnTo>
                    <a:pt x="3904522" y="1765979"/>
                  </a:lnTo>
                  <a:lnTo>
                    <a:pt x="3871442" y="1788121"/>
                  </a:lnTo>
                  <a:lnTo>
                    <a:pt x="3835542" y="1805926"/>
                  </a:lnTo>
                  <a:lnTo>
                    <a:pt x="3797822" y="1818770"/>
                  </a:lnTo>
                  <a:lnTo>
                    <a:pt x="3758751" y="1826551"/>
                  </a:lnTo>
                  <a:lnTo>
                    <a:pt x="371880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729461" y="1799618"/>
            <a:ext cx="289623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57250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Official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Registration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Registration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No.: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U85300CT2020NPL010641 </a:t>
            </a:r>
            <a:r>
              <a:rPr dirty="0" sz="1100" spc="-130">
                <a:solidFill>
                  <a:srgbClr val="182231"/>
                </a:solidFill>
                <a:latin typeface="Arial MT"/>
                <a:cs typeface="Arial MT"/>
              </a:rPr>
              <a:t>CSR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Registration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No.: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CSR00083159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439" y="3452755"/>
            <a:ext cx="3518535" cy="2101215"/>
            <a:chOff x="595439" y="3452755"/>
            <a:chExt cx="3518535" cy="210121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439" y="3452755"/>
              <a:ext cx="3518280" cy="21006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0079" y="3474370"/>
              <a:ext cx="3429000" cy="2011680"/>
            </a:xfrm>
            <a:custGeom>
              <a:avLst/>
              <a:gdLst/>
              <a:ahLst/>
              <a:cxnLst/>
              <a:rect l="l" t="t" r="r" b="b"/>
              <a:pathLst>
                <a:path w="3429000" h="2011679">
                  <a:moveTo>
                    <a:pt x="3093478" y="0"/>
                  </a:moveTo>
                  <a:lnTo>
                    <a:pt x="335165" y="0"/>
                  </a:lnTo>
                  <a:lnTo>
                    <a:pt x="291359" y="2880"/>
                  </a:lnTo>
                  <a:lnTo>
                    <a:pt x="248356" y="11429"/>
                  </a:lnTo>
                  <a:lnTo>
                    <a:pt x="207074" y="25363"/>
                  </a:lnTo>
                  <a:lnTo>
                    <a:pt x="167754" y="44640"/>
                  </a:lnTo>
                  <a:lnTo>
                    <a:pt x="131160" y="69134"/>
                  </a:lnTo>
                  <a:lnTo>
                    <a:pt x="98278" y="98051"/>
                  </a:lnTo>
                  <a:lnTo>
                    <a:pt x="69445" y="130953"/>
                  </a:lnTo>
                  <a:lnTo>
                    <a:pt x="44996" y="167398"/>
                  </a:lnTo>
                  <a:lnTo>
                    <a:pt x="25513" y="206924"/>
                  </a:lnTo>
                  <a:lnTo>
                    <a:pt x="11421" y="248486"/>
                  </a:lnTo>
                  <a:lnTo>
                    <a:pt x="2879" y="291382"/>
                  </a:lnTo>
                  <a:lnTo>
                    <a:pt x="0" y="335152"/>
                  </a:lnTo>
                  <a:lnTo>
                    <a:pt x="0" y="1676514"/>
                  </a:lnTo>
                  <a:lnTo>
                    <a:pt x="2851" y="1719935"/>
                  </a:lnTo>
                  <a:lnTo>
                    <a:pt x="2874" y="1720290"/>
                  </a:lnTo>
                  <a:lnTo>
                    <a:pt x="11322" y="1762869"/>
                  </a:lnTo>
                  <a:lnTo>
                    <a:pt x="11385" y="1763185"/>
                  </a:lnTo>
                  <a:lnTo>
                    <a:pt x="25293" y="1804387"/>
                  </a:lnTo>
                  <a:lnTo>
                    <a:pt x="25363" y="1804594"/>
                  </a:lnTo>
                  <a:lnTo>
                    <a:pt x="44640" y="1843913"/>
                  </a:lnTo>
                  <a:lnTo>
                    <a:pt x="69034" y="1880358"/>
                  </a:lnTo>
                  <a:lnTo>
                    <a:pt x="97934" y="1913259"/>
                  </a:lnTo>
                  <a:lnTo>
                    <a:pt x="130953" y="1942227"/>
                  </a:lnTo>
                  <a:lnTo>
                    <a:pt x="167398" y="1966671"/>
                  </a:lnTo>
                  <a:lnTo>
                    <a:pt x="206924" y="1986160"/>
                  </a:lnTo>
                  <a:lnTo>
                    <a:pt x="248443" y="2000248"/>
                  </a:lnTo>
                  <a:lnTo>
                    <a:pt x="291382" y="2008799"/>
                  </a:lnTo>
                  <a:lnTo>
                    <a:pt x="335165" y="2011679"/>
                  </a:lnTo>
                  <a:lnTo>
                    <a:pt x="3093834" y="2011311"/>
                  </a:lnTo>
                  <a:lnTo>
                    <a:pt x="3137612" y="2008437"/>
                  </a:lnTo>
                  <a:lnTo>
                    <a:pt x="3180511" y="1999926"/>
                  </a:lnTo>
                  <a:lnTo>
                    <a:pt x="3221925" y="1985947"/>
                  </a:lnTo>
                  <a:lnTo>
                    <a:pt x="3261245" y="1966671"/>
                  </a:lnTo>
                  <a:lnTo>
                    <a:pt x="3297764" y="1942227"/>
                  </a:lnTo>
                  <a:lnTo>
                    <a:pt x="3330721" y="1913259"/>
                  </a:lnTo>
                  <a:lnTo>
                    <a:pt x="3359554" y="1880358"/>
                  </a:lnTo>
                  <a:lnTo>
                    <a:pt x="3384003" y="1843913"/>
                  </a:lnTo>
                  <a:lnTo>
                    <a:pt x="3403383" y="1804594"/>
                  </a:lnTo>
                  <a:lnTo>
                    <a:pt x="3403486" y="1804387"/>
                  </a:lnTo>
                  <a:lnTo>
                    <a:pt x="3417462" y="1763185"/>
                  </a:lnTo>
                  <a:lnTo>
                    <a:pt x="3417570" y="1762869"/>
                  </a:lnTo>
                  <a:lnTo>
                    <a:pt x="3426049" y="1720290"/>
                  </a:lnTo>
                  <a:lnTo>
                    <a:pt x="3426119" y="1719935"/>
                  </a:lnTo>
                  <a:lnTo>
                    <a:pt x="3428976" y="1676514"/>
                  </a:lnTo>
                  <a:lnTo>
                    <a:pt x="3429000" y="1676158"/>
                  </a:lnTo>
                  <a:lnTo>
                    <a:pt x="3428644" y="335152"/>
                  </a:lnTo>
                  <a:lnTo>
                    <a:pt x="3425769" y="291382"/>
                  </a:lnTo>
                  <a:lnTo>
                    <a:pt x="3417258" y="248486"/>
                  </a:lnTo>
                  <a:lnTo>
                    <a:pt x="3403280" y="207074"/>
                  </a:lnTo>
                  <a:lnTo>
                    <a:pt x="3384003" y="167754"/>
                  </a:lnTo>
                  <a:lnTo>
                    <a:pt x="3359502" y="131158"/>
                  </a:lnTo>
                  <a:lnTo>
                    <a:pt x="3330582" y="98274"/>
                  </a:lnTo>
                  <a:lnTo>
                    <a:pt x="3297684" y="69440"/>
                  </a:lnTo>
                  <a:lnTo>
                    <a:pt x="3261245" y="44996"/>
                  </a:lnTo>
                  <a:lnTo>
                    <a:pt x="3221714" y="25513"/>
                  </a:lnTo>
                  <a:lnTo>
                    <a:pt x="3180195" y="11429"/>
                  </a:lnTo>
                  <a:lnTo>
                    <a:pt x="3137260" y="2880"/>
                  </a:lnTo>
                  <a:lnTo>
                    <a:pt x="309347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0079" y="3474370"/>
              <a:ext cx="3429000" cy="2011680"/>
            </a:xfrm>
            <a:custGeom>
              <a:avLst/>
              <a:gdLst/>
              <a:ahLst/>
              <a:cxnLst/>
              <a:rect l="l" t="t" r="r" b="b"/>
              <a:pathLst>
                <a:path w="3429000" h="2011679">
                  <a:moveTo>
                    <a:pt x="0" y="335152"/>
                  </a:moveTo>
                  <a:lnTo>
                    <a:pt x="2880" y="291376"/>
                  </a:lnTo>
                  <a:lnTo>
                    <a:pt x="11429" y="248442"/>
                  </a:lnTo>
                  <a:lnTo>
                    <a:pt x="25513" y="206924"/>
                  </a:lnTo>
                  <a:lnTo>
                    <a:pt x="44996" y="167398"/>
                  </a:lnTo>
                  <a:lnTo>
                    <a:pt x="69445" y="130953"/>
                  </a:lnTo>
                  <a:lnTo>
                    <a:pt x="98278" y="98051"/>
                  </a:lnTo>
                  <a:lnTo>
                    <a:pt x="131160" y="69134"/>
                  </a:lnTo>
                  <a:lnTo>
                    <a:pt x="167754" y="44640"/>
                  </a:lnTo>
                  <a:lnTo>
                    <a:pt x="207074" y="25363"/>
                  </a:lnTo>
                  <a:lnTo>
                    <a:pt x="248488" y="11385"/>
                  </a:lnTo>
                  <a:lnTo>
                    <a:pt x="291387" y="2874"/>
                  </a:lnTo>
                  <a:lnTo>
                    <a:pt x="335165" y="0"/>
                  </a:lnTo>
                  <a:lnTo>
                    <a:pt x="3093478" y="0"/>
                  </a:lnTo>
                  <a:lnTo>
                    <a:pt x="3137260" y="2880"/>
                  </a:lnTo>
                  <a:lnTo>
                    <a:pt x="3180195" y="11429"/>
                  </a:lnTo>
                  <a:lnTo>
                    <a:pt x="3221714" y="25513"/>
                  </a:lnTo>
                  <a:lnTo>
                    <a:pt x="3261245" y="44996"/>
                  </a:lnTo>
                  <a:lnTo>
                    <a:pt x="3297684" y="69440"/>
                  </a:lnTo>
                  <a:lnTo>
                    <a:pt x="3330582" y="98274"/>
                  </a:lnTo>
                  <a:lnTo>
                    <a:pt x="3359502" y="131158"/>
                  </a:lnTo>
                  <a:lnTo>
                    <a:pt x="3384003" y="167754"/>
                  </a:lnTo>
                  <a:lnTo>
                    <a:pt x="3403280" y="207074"/>
                  </a:lnTo>
                  <a:lnTo>
                    <a:pt x="3417258" y="248486"/>
                  </a:lnTo>
                  <a:lnTo>
                    <a:pt x="3425769" y="291382"/>
                  </a:lnTo>
                  <a:lnTo>
                    <a:pt x="3428644" y="335152"/>
                  </a:lnTo>
                  <a:lnTo>
                    <a:pt x="3429000" y="1676158"/>
                  </a:lnTo>
                  <a:lnTo>
                    <a:pt x="3426119" y="1719935"/>
                  </a:lnTo>
                  <a:lnTo>
                    <a:pt x="3417570" y="1762869"/>
                  </a:lnTo>
                  <a:lnTo>
                    <a:pt x="3403486" y="1804387"/>
                  </a:lnTo>
                  <a:lnTo>
                    <a:pt x="3384003" y="1843913"/>
                  </a:lnTo>
                  <a:lnTo>
                    <a:pt x="3359554" y="1880358"/>
                  </a:lnTo>
                  <a:lnTo>
                    <a:pt x="3330721" y="1913259"/>
                  </a:lnTo>
                  <a:lnTo>
                    <a:pt x="3297839" y="1942177"/>
                  </a:lnTo>
                  <a:lnTo>
                    <a:pt x="3261245" y="1966671"/>
                  </a:lnTo>
                  <a:lnTo>
                    <a:pt x="3221925" y="1985947"/>
                  </a:lnTo>
                  <a:lnTo>
                    <a:pt x="3180511" y="1999926"/>
                  </a:lnTo>
                  <a:lnTo>
                    <a:pt x="3137612" y="2008437"/>
                  </a:lnTo>
                  <a:lnTo>
                    <a:pt x="3093834" y="2011311"/>
                  </a:lnTo>
                  <a:lnTo>
                    <a:pt x="335165" y="2011679"/>
                  </a:lnTo>
                  <a:lnTo>
                    <a:pt x="291382" y="2008799"/>
                  </a:lnTo>
                  <a:lnTo>
                    <a:pt x="248443" y="2000248"/>
                  </a:lnTo>
                  <a:lnTo>
                    <a:pt x="206924" y="1986160"/>
                  </a:lnTo>
                  <a:lnTo>
                    <a:pt x="167398" y="1966671"/>
                  </a:lnTo>
                  <a:lnTo>
                    <a:pt x="130953" y="1942227"/>
                  </a:lnTo>
                  <a:lnTo>
                    <a:pt x="98051" y="1913393"/>
                  </a:lnTo>
                  <a:lnTo>
                    <a:pt x="69134" y="1880508"/>
                  </a:lnTo>
                  <a:lnTo>
                    <a:pt x="44640" y="1843913"/>
                  </a:lnTo>
                  <a:lnTo>
                    <a:pt x="25363" y="1804594"/>
                  </a:lnTo>
                  <a:lnTo>
                    <a:pt x="11385" y="1763185"/>
                  </a:lnTo>
                  <a:lnTo>
                    <a:pt x="2874" y="1720290"/>
                  </a:lnTo>
                  <a:lnTo>
                    <a:pt x="0" y="1676514"/>
                  </a:lnTo>
                  <a:lnTo>
                    <a:pt x="0" y="335152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26541" y="4001763"/>
            <a:ext cx="237680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526415">
              <a:lnSpc>
                <a:spcPct val="100000"/>
              </a:lnSpc>
              <a:spcBef>
                <a:spcPts val="990"/>
              </a:spcBef>
            </a:pP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Internship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Approach</a:t>
            </a:r>
            <a:endParaRPr sz="1400">
              <a:latin typeface="Arial Black"/>
              <a:cs typeface="Arial Black"/>
            </a:endParaRPr>
          </a:p>
          <a:p>
            <a:pPr marL="12700" marR="71755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Field-aligned</a:t>
            </a:r>
            <a:r>
              <a:rPr dirty="0" sz="1100" spc="3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3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role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responsibilities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44479" y="3452755"/>
            <a:ext cx="3518535" cy="2101215"/>
            <a:chOff x="4344479" y="3452755"/>
            <a:chExt cx="3518535" cy="210121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479" y="3452755"/>
              <a:ext cx="3518281" cy="21006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89119" y="3474370"/>
              <a:ext cx="3429000" cy="2011680"/>
            </a:xfrm>
            <a:custGeom>
              <a:avLst/>
              <a:gdLst/>
              <a:ahLst/>
              <a:cxnLst/>
              <a:rect l="l" t="t" r="r" b="b"/>
              <a:pathLst>
                <a:path w="3429000" h="2011679">
                  <a:moveTo>
                    <a:pt x="3093478" y="0"/>
                  </a:moveTo>
                  <a:lnTo>
                    <a:pt x="335165" y="0"/>
                  </a:lnTo>
                  <a:lnTo>
                    <a:pt x="291359" y="2880"/>
                  </a:lnTo>
                  <a:lnTo>
                    <a:pt x="248356" y="11429"/>
                  </a:lnTo>
                  <a:lnTo>
                    <a:pt x="207074" y="25363"/>
                  </a:lnTo>
                  <a:lnTo>
                    <a:pt x="167754" y="44640"/>
                  </a:lnTo>
                  <a:lnTo>
                    <a:pt x="131160" y="69134"/>
                  </a:lnTo>
                  <a:lnTo>
                    <a:pt x="98278" y="98051"/>
                  </a:lnTo>
                  <a:lnTo>
                    <a:pt x="69445" y="130953"/>
                  </a:lnTo>
                  <a:lnTo>
                    <a:pt x="44996" y="167398"/>
                  </a:lnTo>
                  <a:lnTo>
                    <a:pt x="25513" y="206924"/>
                  </a:lnTo>
                  <a:lnTo>
                    <a:pt x="11421" y="248486"/>
                  </a:lnTo>
                  <a:lnTo>
                    <a:pt x="2879" y="291382"/>
                  </a:lnTo>
                  <a:lnTo>
                    <a:pt x="0" y="335152"/>
                  </a:lnTo>
                  <a:lnTo>
                    <a:pt x="0" y="1676514"/>
                  </a:lnTo>
                  <a:lnTo>
                    <a:pt x="2851" y="1719935"/>
                  </a:lnTo>
                  <a:lnTo>
                    <a:pt x="11322" y="1762869"/>
                  </a:lnTo>
                  <a:lnTo>
                    <a:pt x="25293" y="1804387"/>
                  </a:lnTo>
                  <a:lnTo>
                    <a:pt x="25363" y="1804594"/>
                  </a:lnTo>
                  <a:lnTo>
                    <a:pt x="44640" y="1843913"/>
                  </a:lnTo>
                  <a:lnTo>
                    <a:pt x="69034" y="1880358"/>
                  </a:lnTo>
                  <a:lnTo>
                    <a:pt x="69134" y="1880508"/>
                  </a:lnTo>
                  <a:lnTo>
                    <a:pt x="97934" y="1913259"/>
                  </a:lnTo>
                  <a:lnTo>
                    <a:pt x="98051" y="1913393"/>
                  </a:lnTo>
                  <a:lnTo>
                    <a:pt x="130953" y="1942227"/>
                  </a:lnTo>
                  <a:lnTo>
                    <a:pt x="167398" y="1966671"/>
                  </a:lnTo>
                  <a:lnTo>
                    <a:pt x="206924" y="1986160"/>
                  </a:lnTo>
                  <a:lnTo>
                    <a:pt x="248443" y="2000248"/>
                  </a:lnTo>
                  <a:lnTo>
                    <a:pt x="291382" y="2008799"/>
                  </a:lnTo>
                  <a:lnTo>
                    <a:pt x="335165" y="2011679"/>
                  </a:lnTo>
                  <a:lnTo>
                    <a:pt x="3093834" y="2011311"/>
                  </a:lnTo>
                  <a:lnTo>
                    <a:pt x="3137612" y="2008437"/>
                  </a:lnTo>
                  <a:lnTo>
                    <a:pt x="3180511" y="1999926"/>
                  </a:lnTo>
                  <a:lnTo>
                    <a:pt x="3221925" y="1985947"/>
                  </a:lnTo>
                  <a:lnTo>
                    <a:pt x="3261245" y="1966671"/>
                  </a:lnTo>
                  <a:lnTo>
                    <a:pt x="3297764" y="1942227"/>
                  </a:lnTo>
                  <a:lnTo>
                    <a:pt x="3330721" y="1913259"/>
                  </a:lnTo>
                  <a:lnTo>
                    <a:pt x="3359554" y="1880358"/>
                  </a:lnTo>
                  <a:lnTo>
                    <a:pt x="3384003" y="1843913"/>
                  </a:lnTo>
                  <a:lnTo>
                    <a:pt x="3403383" y="1804594"/>
                  </a:lnTo>
                  <a:lnTo>
                    <a:pt x="3403486" y="1804387"/>
                  </a:lnTo>
                  <a:lnTo>
                    <a:pt x="3417462" y="1763185"/>
                  </a:lnTo>
                  <a:lnTo>
                    <a:pt x="3417569" y="1762869"/>
                  </a:lnTo>
                  <a:lnTo>
                    <a:pt x="3426049" y="1720290"/>
                  </a:lnTo>
                  <a:lnTo>
                    <a:pt x="3426119" y="1719935"/>
                  </a:lnTo>
                  <a:lnTo>
                    <a:pt x="3428976" y="1676514"/>
                  </a:lnTo>
                  <a:lnTo>
                    <a:pt x="3429000" y="1676158"/>
                  </a:lnTo>
                  <a:lnTo>
                    <a:pt x="3428644" y="335152"/>
                  </a:lnTo>
                  <a:lnTo>
                    <a:pt x="3425769" y="291382"/>
                  </a:lnTo>
                  <a:lnTo>
                    <a:pt x="3417258" y="248486"/>
                  </a:lnTo>
                  <a:lnTo>
                    <a:pt x="3403280" y="207074"/>
                  </a:lnTo>
                  <a:lnTo>
                    <a:pt x="3384003" y="167754"/>
                  </a:lnTo>
                  <a:lnTo>
                    <a:pt x="3359502" y="131158"/>
                  </a:lnTo>
                  <a:lnTo>
                    <a:pt x="3330582" y="98274"/>
                  </a:lnTo>
                  <a:lnTo>
                    <a:pt x="3297684" y="69440"/>
                  </a:lnTo>
                  <a:lnTo>
                    <a:pt x="3261245" y="44996"/>
                  </a:lnTo>
                  <a:lnTo>
                    <a:pt x="3221714" y="25513"/>
                  </a:lnTo>
                  <a:lnTo>
                    <a:pt x="3180195" y="11429"/>
                  </a:lnTo>
                  <a:lnTo>
                    <a:pt x="3137260" y="2880"/>
                  </a:lnTo>
                  <a:lnTo>
                    <a:pt x="309347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89119" y="3474370"/>
              <a:ext cx="3429000" cy="2011680"/>
            </a:xfrm>
            <a:custGeom>
              <a:avLst/>
              <a:gdLst/>
              <a:ahLst/>
              <a:cxnLst/>
              <a:rect l="l" t="t" r="r" b="b"/>
              <a:pathLst>
                <a:path w="3429000" h="2011679">
                  <a:moveTo>
                    <a:pt x="0" y="335152"/>
                  </a:moveTo>
                  <a:lnTo>
                    <a:pt x="2880" y="291376"/>
                  </a:lnTo>
                  <a:lnTo>
                    <a:pt x="11429" y="248442"/>
                  </a:lnTo>
                  <a:lnTo>
                    <a:pt x="25513" y="206924"/>
                  </a:lnTo>
                  <a:lnTo>
                    <a:pt x="44996" y="167398"/>
                  </a:lnTo>
                  <a:lnTo>
                    <a:pt x="69445" y="130953"/>
                  </a:lnTo>
                  <a:lnTo>
                    <a:pt x="98278" y="98051"/>
                  </a:lnTo>
                  <a:lnTo>
                    <a:pt x="131160" y="69134"/>
                  </a:lnTo>
                  <a:lnTo>
                    <a:pt x="167754" y="44640"/>
                  </a:lnTo>
                  <a:lnTo>
                    <a:pt x="207074" y="25363"/>
                  </a:lnTo>
                  <a:lnTo>
                    <a:pt x="248488" y="11385"/>
                  </a:lnTo>
                  <a:lnTo>
                    <a:pt x="291387" y="2874"/>
                  </a:lnTo>
                  <a:lnTo>
                    <a:pt x="335165" y="0"/>
                  </a:lnTo>
                  <a:lnTo>
                    <a:pt x="3093478" y="0"/>
                  </a:lnTo>
                  <a:lnTo>
                    <a:pt x="3137260" y="2880"/>
                  </a:lnTo>
                  <a:lnTo>
                    <a:pt x="3180195" y="11429"/>
                  </a:lnTo>
                  <a:lnTo>
                    <a:pt x="3221714" y="25513"/>
                  </a:lnTo>
                  <a:lnTo>
                    <a:pt x="3261245" y="44996"/>
                  </a:lnTo>
                  <a:lnTo>
                    <a:pt x="3297684" y="69440"/>
                  </a:lnTo>
                  <a:lnTo>
                    <a:pt x="3330582" y="98274"/>
                  </a:lnTo>
                  <a:lnTo>
                    <a:pt x="3359502" y="131158"/>
                  </a:lnTo>
                  <a:lnTo>
                    <a:pt x="3384003" y="167754"/>
                  </a:lnTo>
                  <a:lnTo>
                    <a:pt x="3403280" y="207074"/>
                  </a:lnTo>
                  <a:lnTo>
                    <a:pt x="3417258" y="248486"/>
                  </a:lnTo>
                  <a:lnTo>
                    <a:pt x="3425769" y="291382"/>
                  </a:lnTo>
                  <a:lnTo>
                    <a:pt x="3428644" y="335152"/>
                  </a:lnTo>
                  <a:lnTo>
                    <a:pt x="3429000" y="1676158"/>
                  </a:lnTo>
                  <a:lnTo>
                    <a:pt x="3426119" y="1719935"/>
                  </a:lnTo>
                  <a:lnTo>
                    <a:pt x="3417569" y="1762869"/>
                  </a:lnTo>
                  <a:lnTo>
                    <a:pt x="3403486" y="1804387"/>
                  </a:lnTo>
                  <a:lnTo>
                    <a:pt x="3384003" y="1843913"/>
                  </a:lnTo>
                  <a:lnTo>
                    <a:pt x="3359554" y="1880358"/>
                  </a:lnTo>
                  <a:lnTo>
                    <a:pt x="3330721" y="1913259"/>
                  </a:lnTo>
                  <a:lnTo>
                    <a:pt x="3297839" y="1942177"/>
                  </a:lnTo>
                  <a:lnTo>
                    <a:pt x="3261245" y="1966671"/>
                  </a:lnTo>
                  <a:lnTo>
                    <a:pt x="3221925" y="1985947"/>
                  </a:lnTo>
                  <a:lnTo>
                    <a:pt x="3180511" y="1999926"/>
                  </a:lnTo>
                  <a:lnTo>
                    <a:pt x="3137612" y="2008437"/>
                  </a:lnTo>
                  <a:lnTo>
                    <a:pt x="3093834" y="2011311"/>
                  </a:lnTo>
                  <a:lnTo>
                    <a:pt x="335165" y="2011679"/>
                  </a:lnTo>
                  <a:lnTo>
                    <a:pt x="291382" y="2008799"/>
                  </a:lnTo>
                  <a:lnTo>
                    <a:pt x="248443" y="2000248"/>
                  </a:lnTo>
                  <a:lnTo>
                    <a:pt x="206924" y="1986160"/>
                  </a:lnTo>
                  <a:lnTo>
                    <a:pt x="167398" y="1966671"/>
                  </a:lnTo>
                  <a:lnTo>
                    <a:pt x="130953" y="1942227"/>
                  </a:lnTo>
                  <a:lnTo>
                    <a:pt x="98051" y="1913393"/>
                  </a:lnTo>
                  <a:lnTo>
                    <a:pt x="69134" y="1880508"/>
                  </a:lnTo>
                  <a:lnTo>
                    <a:pt x="44640" y="1843913"/>
                  </a:lnTo>
                  <a:lnTo>
                    <a:pt x="25363" y="1804594"/>
                  </a:lnTo>
                  <a:lnTo>
                    <a:pt x="11385" y="1763185"/>
                  </a:lnTo>
                  <a:lnTo>
                    <a:pt x="2874" y="1720290"/>
                  </a:lnTo>
                  <a:lnTo>
                    <a:pt x="0" y="1676514"/>
                  </a:lnTo>
                  <a:lnTo>
                    <a:pt x="0" y="335152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75581" y="3917879"/>
            <a:ext cx="2623185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Development</a:t>
            </a:r>
            <a:endParaRPr sz="1400">
              <a:latin typeface="Arial Black"/>
              <a:cs typeface="Arial Black"/>
            </a:endParaRPr>
          </a:p>
          <a:p>
            <a:pPr marL="12700" marR="1554480">
              <a:lnSpc>
                <a:spcPct val="100000"/>
              </a:lnSpc>
              <a:spcBef>
                <a:spcPts val="700"/>
              </a:spcBef>
            </a:pP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Teamwork Communication Coordination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Responsible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task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93519" y="3452755"/>
            <a:ext cx="3427095" cy="2101215"/>
            <a:chOff x="8093519" y="3452755"/>
            <a:chExt cx="3427095" cy="210121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3519" y="3452755"/>
              <a:ext cx="3426841" cy="210060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138159" y="3474370"/>
              <a:ext cx="3337560" cy="2011680"/>
            </a:xfrm>
            <a:custGeom>
              <a:avLst/>
              <a:gdLst/>
              <a:ahLst/>
              <a:cxnLst/>
              <a:rect l="l" t="t" r="r" b="b"/>
              <a:pathLst>
                <a:path w="3337559" h="2011679">
                  <a:moveTo>
                    <a:pt x="3002038" y="0"/>
                  </a:moveTo>
                  <a:lnTo>
                    <a:pt x="335165" y="0"/>
                  </a:lnTo>
                  <a:lnTo>
                    <a:pt x="291359" y="2880"/>
                  </a:lnTo>
                  <a:lnTo>
                    <a:pt x="248356" y="11429"/>
                  </a:lnTo>
                  <a:lnTo>
                    <a:pt x="207074" y="25363"/>
                  </a:lnTo>
                  <a:lnTo>
                    <a:pt x="167754" y="44640"/>
                  </a:lnTo>
                  <a:lnTo>
                    <a:pt x="131160" y="69134"/>
                  </a:lnTo>
                  <a:lnTo>
                    <a:pt x="98278" y="98051"/>
                  </a:lnTo>
                  <a:lnTo>
                    <a:pt x="69445" y="130953"/>
                  </a:lnTo>
                  <a:lnTo>
                    <a:pt x="44996" y="167398"/>
                  </a:lnTo>
                  <a:lnTo>
                    <a:pt x="25513" y="206924"/>
                  </a:lnTo>
                  <a:lnTo>
                    <a:pt x="11421" y="248486"/>
                  </a:lnTo>
                  <a:lnTo>
                    <a:pt x="2879" y="291382"/>
                  </a:lnTo>
                  <a:lnTo>
                    <a:pt x="0" y="335152"/>
                  </a:lnTo>
                  <a:lnTo>
                    <a:pt x="0" y="1676514"/>
                  </a:lnTo>
                  <a:lnTo>
                    <a:pt x="2851" y="1719935"/>
                  </a:lnTo>
                  <a:lnTo>
                    <a:pt x="2874" y="1720290"/>
                  </a:lnTo>
                  <a:lnTo>
                    <a:pt x="11322" y="1762869"/>
                  </a:lnTo>
                  <a:lnTo>
                    <a:pt x="11385" y="1763185"/>
                  </a:lnTo>
                  <a:lnTo>
                    <a:pt x="25293" y="1804387"/>
                  </a:lnTo>
                  <a:lnTo>
                    <a:pt x="25363" y="1804594"/>
                  </a:lnTo>
                  <a:lnTo>
                    <a:pt x="44640" y="1843913"/>
                  </a:lnTo>
                  <a:lnTo>
                    <a:pt x="69034" y="1880358"/>
                  </a:lnTo>
                  <a:lnTo>
                    <a:pt x="69134" y="1880508"/>
                  </a:lnTo>
                  <a:lnTo>
                    <a:pt x="97934" y="1913259"/>
                  </a:lnTo>
                  <a:lnTo>
                    <a:pt x="130953" y="1942227"/>
                  </a:lnTo>
                  <a:lnTo>
                    <a:pt x="167398" y="1966671"/>
                  </a:lnTo>
                  <a:lnTo>
                    <a:pt x="206924" y="1986160"/>
                  </a:lnTo>
                  <a:lnTo>
                    <a:pt x="248443" y="2000248"/>
                  </a:lnTo>
                  <a:lnTo>
                    <a:pt x="291382" y="2008799"/>
                  </a:lnTo>
                  <a:lnTo>
                    <a:pt x="335165" y="2011679"/>
                  </a:lnTo>
                  <a:lnTo>
                    <a:pt x="3002394" y="2011311"/>
                  </a:lnTo>
                  <a:lnTo>
                    <a:pt x="3046172" y="2008437"/>
                  </a:lnTo>
                  <a:lnTo>
                    <a:pt x="3089071" y="1999926"/>
                  </a:lnTo>
                  <a:lnTo>
                    <a:pt x="3130485" y="1985947"/>
                  </a:lnTo>
                  <a:lnTo>
                    <a:pt x="3169805" y="1966671"/>
                  </a:lnTo>
                  <a:lnTo>
                    <a:pt x="3206324" y="1942227"/>
                  </a:lnTo>
                  <a:lnTo>
                    <a:pt x="3239281" y="1913259"/>
                  </a:lnTo>
                  <a:lnTo>
                    <a:pt x="3268114" y="1880358"/>
                  </a:lnTo>
                  <a:lnTo>
                    <a:pt x="3292563" y="1843913"/>
                  </a:lnTo>
                  <a:lnTo>
                    <a:pt x="3311943" y="1804594"/>
                  </a:lnTo>
                  <a:lnTo>
                    <a:pt x="3312046" y="1804387"/>
                  </a:lnTo>
                  <a:lnTo>
                    <a:pt x="3326022" y="1763185"/>
                  </a:lnTo>
                  <a:lnTo>
                    <a:pt x="3326129" y="1762869"/>
                  </a:lnTo>
                  <a:lnTo>
                    <a:pt x="3334609" y="1720290"/>
                  </a:lnTo>
                  <a:lnTo>
                    <a:pt x="3334679" y="1719935"/>
                  </a:lnTo>
                  <a:lnTo>
                    <a:pt x="3337536" y="1676514"/>
                  </a:lnTo>
                  <a:lnTo>
                    <a:pt x="3337560" y="1676158"/>
                  </a:lnTo>
                  <a:lnTo>
                    <a:pt x="3337204" y="335152"/>
                  </a:lnTo>
                  <a:lnTo>
                    <a:pt x="3334329" y="291382"/>
                  </a:lnTo>
                  <a:lnTo>
                    <a:pt x="3325818" y="248486"/>
                  </a:lnTo>
                  <a:lnTo>
                    <a:pt x="3311840" y="207074"/>
                  </a:lnTo>
                  <a:lnTo>
                    <a:pt x="3292563" y="167754"/>
                  </a:lnTo>
                  <a:lnTo>
                    <a:pt x="3268062" y="131158"/>
                  </a:lnTo>
                  <a:lnTo>
                    <a:pt x="3239142" y="98274"/>
                  </a:lnTo>
                  <a:lnTo>
                    <a:pt x="3206244" y="69440"/>
                  </a:lnTo>
                  <a:lnTo>
                    <a:pt x="3169805" y="44996"/>
                  </a:lnTo>
                  <a:lnTo>
                    <a:pt x="3130274" y="25513"/>
                  </a:lnTo>
                  <a:lnTo>
                    <a:pt x="3088755" y="11429"/>
                  </a:lnTo>
                  <a:lnTo>
                    <a:pt x="3045820" y="2880"/>
                  </a:lnTo>
                  <a:lnTo>
                    <a:pt x="300203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138159" y="3474370"/>
              <a:ext cx="3337560" cy="2011680"/>
            </a:xfrm>
            <a:custGeom>
              <a:avLst/>
              <a:gdLst/>
              <a:ahLst/>
              <a:cxnLst/>
              <a:rect l="l" t="t" r="r" b="b"/>
              <a:pathLst>
                <a:path w="3337559" h="2011679">
                  <a:moveTo>
                    <a:pt x="0" y="335152"/>
                  </a:moveTo>
                  <a:lnTo>
                    <a:pt x="2880" y="291376"/>
                  </a:lnTo>
                  <a:lnTo>
                    <a:pt x="11430" y="248442"/>
                  </a:lnTo>
                  <a:lnTo>
                    <a:pt x="25513" y="206924"/>
                  </a:lnTo>
                  <a:lnTo>
                    <a:pt x="44996" y="167398"/>
                  </a:lnTo>
                  <a:lnTo>
                    <a:pt x="69445" y="130953"/>
                  </a:lnTo>
                  <a:lnTo>
                    <a:pt x="98278" y="98051"/>
                  </a:lnTo>
                  <a:lnTo>
                    <a:pt x="131160" y="69134"/>
                  </a:lnTo>
                  <a:lnTo>
                    <a:pt x="167754" y="44640"/>
                  </a:lnTo>
                  <a:lnTo>
                    <a:pt x="207074" y="25363"/>
                  </a:lnTo>
                  <a:lnTo>
                    <a:pt x="248488" y="11385"/>
                  </a:lnTo>
                  <a:lnTo>
                    <a:pt x="291387" y="2874"/>
                  </a:lnTo>
                  <a:lnTo>
                    <a:pt x="335165" y="0"/>
                  </a:lnTo>
                  <a:lnTo>
                    <a:pt x="3002038" y="0"/>
                  </a:lnTo>
                  <a:lnTo>
                    <a:pt x="3045820" y="2880"/>
                  </a:lnTo>
                  <a:lnTo>
                    <a:pt x="3088755" y="11429"/>
                  </a:lnTo>
                  <a:lnTo>
                    <a:pt x="3130274" y="25513"/>
                  </a:lnTo>
                  <a:lnTo>
                    <a:pt x="3169805" y="44996"/>
                  </a:lnTo>
                  <a:lnTo>
                    <a:pt x="3206244" y="69440"/>
                  </a:lnTo>
                  <a:lnTo>
                    <a:pt x="3239142" y="98274"/>
                  </a:lnTo>
                  <a:lnTo>
                    <a:pt x="3268062" y="131158"/>
                  </a:lnTo>
                  <a:lnTo>
                    <a:pt x="3292563" y="167754"/>
                  </a:lnTo>
                  <a:lnTo>
                    <a:pt x="3311840" y="207074"/>
                  </a:lnTo>
                  <a:lnTo>
                    <a:pt x="3325818" y="248486"/>
                  </a:lnTo>
                  <a:lnTo>
                    <a:pt x="3334329" y="291382"/>
                  </a:lnTo>
                  <a:lnTo>
                    <a:pt x="3337204" y="335152"/>
                  </a:lnTo>
                  <a:lnTo>
                    <a:pt x="3337560" y="1676158"/>
                  </a:lnTo>
                  <a:lnTo>
                    <a:pt x="3334679" y="1719935"/>
                  </a:lnTo>
                  <a:lnTo>
                    <a:pt x="3326129" y="1762869"/>
                  </a:lnTo>
                  <a:lnTo>
                    <a:pt x="3312046" y="1804387"/>
                  </a:lnTo>
                  <a:lnTo>
                    <a:pt x="3292563" y="1843913"/>
                  </a:lnTo>
                  <a:lnTo>
                    <a:pt x="3268114" y="1880358"/>
                  </a:lnTo>
                  <a:lnTo>
                    <a:pt x="3239281" y="1913259"/>
                  </a:lnTo>
                  <a:lnTo>
                    <a:pt x="3206399" y="1942177"/>
                  </a:lnTo>
                  <a:lnTo>
                    <a:pt x="3169805" y="1966671"/>
                  </a:lnTo>
                  <a:lnTo>
                    <a:pt x="3130485" y="1985947"/>
                  </a:lnTo>
                  <a:lnTo>
                    <a:pt x="3089071" y="1999926"/>
                  </a:lnTo>
                  <a:lnTo>
                    <a:pt x="3046172" y="2008437"/>
                  </a:lnTo>
                  <a:lnTo>
                    <a:pt x="3002394" y="2011311"/>
                  </a:lnTo>
                  <a:lnTo>
                    <a:pt x="335165" y="2011679"/>
                  </a:lnTo>
                  <a:lnTo>
                    <a:pt x="291382" y="2008799"/>
                  </a:lnTo>
                  <a:lnTo>
                    <a:pt x="248443" y="2000248"/>
                  </a:lnTo>
                  <a:lnTo>
                    <a:pt x="206924" y="1986160"/>
                  </a:lnTo>
                  <a:lnTo>
                    <a:pt x="167398" y="1966671"/>
                  </a:lnTo>
                  <a:lnTo>
                    <a:pt x="130953" y="1942227"/>
                  </a:lnTo>
                  <a:lnTo>
                    <a:pt x="98051" y="1913393"/>
                  </a:lnTo>
                  <a:lnTo>
                    <a:pt x="69134" y="1880508"/>
                  </a:lnTo>
                  <a:lnTo>
                    <a:pt x="44640" y="1843913"/>
                  </a:lnTo>
                  <a:lnTo>
                    <a:pt x="25363" y="1804594"/>
                  </a:lnTo>
                  <a:lnTo>
                    <a:pt x="11385" y="1763185"/>
                  </a:lnTo>
                  <a:lnTo>
                    <a:pt x="2874" y="1720290"/>
                  </a:lnTo>
                  <a:lnTo>
                    <a:pt x="0" y="1676514"/>
                  </a:lnTo>
                  <a:lnTo>
                    <a:pt x="0" y="335152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424621" y="4001763"/>
            <a:ext cx="191960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93444">
              <a:lnSpc>
                <a:spcPct val="100000"/>
              </a:lnSpc>
              <a:spcBef>
                <a:spcPts val="990"/>
              </a:spcBef>
            </a:pP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Work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10224B"/>
                </a:solidFill>
                <a:latin typeface="Arial Black"/>
                <a:cs typeface="Arial Black"/>
              </a:rPr>
              <a:t>Mode</a:t>
            </a:r>
            <a:endParaRPr sz="1400">
              <a:latin typeface="Arial Black"/>
              <a:cs typeface="Arial Black"/>
            </a:endParaRPr>
          </a:p>
          <a:p>
            <a:pPr marL="12700" marR="410845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Generally</a:t>
            </a:r>
            <a:r>
              <a:rPr dirty="0" sz="1100" spc="1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remote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Fieldwork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if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required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Flexible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working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hours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5083" y="5830182"/>
            <a:ext cx="10925810" cy="1323975"/>
            <a:chOff x="595083" y="5830182"/>
            <a:chExt cx="10925810" cy="1323975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083" y="5830182"/>
              <a:ext cx="10925276" cy="132374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5851810"/>
              <a:ext cx="10836275" cy="1235075"/>
            </a:xfrm>
            <a:custGeom>
              <a:avLst/>
              <a:gdLst/>
              <a:ahLst/>
              <a:cxnLst/>
              <a:rect l="l" t="t" r="r" b="b"/>
              <a:pathLst>
                <a:path w="10836275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7079" y="1082109"/>
                  </a:lnTo>
                  <a:lnTo>
                    <a:pt x="7107" y="1082247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10630077" y="1234795"/>
                  </a:lnTo>
                  <a:lnTo>
                    <a:pt x="10656349" y="1233046"/>
                  </a:lnTo>
                  <a:lnTo>
                    <a:pt x="10656852" y="1233046"/>
                  </a:lnTo>
                  <a:lnTo>
                    <a:pt x="10708850" y="1219000"/>
                  </a:lnTo>
                  <a:lnTo>
                    <a:pt x="10755473" y="1192128"/>
                  </a:lnTo>
                  <a:lnTo>
                    <a:pt x="10793328" y="1154273"/>
                  </a:lnTo>
                  <a:lnTo>
                    <a:pt x="10820324" y="1107650"/>
                  </a:lnTo>
                  <a:lnTo>
                    <a:pt x="10834215" y="1055900"/>
                  </a:lnTo>
                  <a:lnTo>
                    <a:pt x="10834246" y="1055745"/>
                  </a:lnTo>
                  <a:lnTo>
                    <a:pt x="10835995" y="1028877"/>
                  </a:lnTo>
                  <a:lnTo>
                    <a:pt x="10835971" y="205917"/>
                  </a:lnTo>
                  <a:lnTo>
                    <a:pt x="10834196" y="179250"/>
                  </a:lnTo>
                  <a:lnTo>
                    <a:pt x="10820200" y="127501"/>
                  </a:lnTo>
                  <a:lnTo>
                    <a:pt x="10793328" y="80877"/>
                  </a:lnTo>
                  <a:lnTo>
                    <a:pt x="10755473" y="43023"/>
                  </a:lnTo>
                  <a:lnTo>
                    <a:pt x="10708798" y="16000"/>
                  </a:lnTo>
                  <a:lnTo>
                    <a:pt x="10656945" y="2105"/>
                  </a:lnTo>
                  <a:lnTo>
                    <a:pt x="1063007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9724" y="5851810"/>
              <a:ext cx="10836275" cy="1235075"/>
            </a:xfrm>
            <a:custGeom>
              <a:avLst/>
              <a:gdLst/>
              <a:ahLst/>
              <a:cxnLst/>
              <a:rect l="l" t="t" r="r" b="b"/>
              <a:pathLst>
                <a:path w="10836275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10630077" y="355"/>
                  </a:lnTo>
                  <a:lnTo>
                    <a:pt x="10683309" y="7331"/>
                  </a:lnTo>
                  <a:lnTo>
                    <a:pt x="10733036" y="28079"/>
                  </a:lnTo>
                  <a:lnTo>
                    <a:pt x="10775649" y="60701"/>
                  </a:lnTo>
                  <a:lnTo>
                    <a:pt x="10808271" y="103314"/>
                  </a:lnTo>
                  <a:lnTo>
                    <a:pt x="10828886" y="152903"/>
                  </a:lnTo>
                  <a:lnTo>
                    <a:pt x="10835995" y="206273"/>
                  </a:lnTo>
                  <a:lnTo>
                    <a:pt x="10835995" y="1028877"/>
                  </a:lnTo>
                  <a:lnTo>
                    <a:pt x="10834246" y="1055745"/>
                  </a:lnTo>
                  <a:lnTo>
                    <a:pt x="10829020" y="1082109"/>
                  </a:lnTo>
                  <a:lnTo>
                    <a:pt x="10808271" y="1131836"/>
                  </a:lnTo>
                  <a:lnTo>
                    <a:pt x="10775649" y="1174449"/>
                  </a:lnTo>
                  <a:lnTo>
                    <a:pt x="10733036" y="1207071"/>
                  </a:lnTo>
                  <a:lnTo>
                    <a:pt x="10683447" y="1227686"/>
                  </a:lnTo>
                  <a:lnTo>
                    <a:pt x="1063007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88746" y="6075000"/>
            <a:ext cx="1028001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92075">
              <a:lnSpc>
                <a:spcPct val="100000"/>
              </a:lnSpc>
              <a:spcBef>
                <a:spcPts val="990"/>
              </a:spcBef>
            </a:pP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Responsibilities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Attend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meetings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participate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group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discussions;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complete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timely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efficient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manner;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perform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responsibilities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with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care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professionalism.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Problem</a:t>
            </a:r>
            <a:r>
              <a:rPr dirty="0" spc="-180"/>
              <a:t> </a:t>
            </a:r>
            <a:r>
              <a:rPr dirty="0" spc="-140"/>
              <a:t>Statement</a:t>
            </a:r>
            <a:r>
              <a:rPr dirty="0" spc="-180"/>
              <a:t> </a:t>
            </a:r>
            <a:r>
              <a:rPr dirty="0" spc="-385"/>
              <a:t>&amp;</a:t>
            </a:r>
            <a:r>
              <a:rPr dirty="0" spc="-180"/>
              <a:t> </a:t>
            </a:r>
            <a:r>
              <a:rPr dirty="0" spc="-80"/>
              <a:t>Industry</a:t>
            </a:r>
            <a:r>
              <a:rPr dirty="0" spc="-175"/>
              <a:t> </a:t>
            </a:r>
            <a:r>
              <a:rPr dirty="0" spc="-130"/>
              <a:t>Context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803" y="1349635"/>
            <a:ext cx="5301615" cy="4478655"/>
            <a:chOff x="640803" y="1349635"/>
            <a:chExt cx="5301615" cy="4478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803" y="1349635"/>
              <a:ext cx="5301361" cy="44780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5444" y="1371251"/>
              <a:ext cx="5212080" cy="4389120"/>
            </a:xfrm>
            <a:custGeom>
              <a:avLst/>
              <a:gdLst/>
              <a:ahLst/>
              <a:cxnLst/>
              <a:rect l="l" t="t" r="r" b="b"/>
              <a:pathLst>
                <a:path w="5212080" h="4389120">
                  <a:moveTo>
                    <a:pt x="4480191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60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59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20"/>
                  </a:lnTo>
                  <a:lnTo>
                    <a:pt x="0" y="3657599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6287" y="3753322"/>
                  </a:lnTo>
                  <a:lnTo>
                    <a:pt x="14024" y="3800110"/>
                  </a:lnTo>
                  <a:lnTo>
                    <a:pt x="14084" y="3800472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60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480560" y="4388751"/>
                  </a:lnTo>
                  <a:lnTo>
                    <a:pt x="4528610" y="4387172"/>
                  </a:lnTo>
                  <a:lnTo>
                    <a:pt x="4576282" y="4382464"/>
                  </a:lnTo>
                  <a:lnTo>
                    <a:pt x="4623432" y="4374667"/>
                  </a:lnTo>
                  <a:lnTo>
                    <a:pt x="4669917" y="4363824"/>
                  </a:lnTo>
                  <a:lnTo>
                    <a:pt x="4715591" y="4349978"/>
                  </a:lnTo>
                  <a:lnTo>
                    <a:pt x="4760312" y="4333169"/>
                  </a:lnTo>
                  <a:lnTo>
                    <a:pt x="4803936" y="4313441"/>
                  </a:lnTo>
                  <a:lnTo>
                    <a:pt x="4846320" y="4290834"/>
                  </a:lnTo>
                  <a:lnTo>
                    <a:pt x="4887123" y="4265387"/>
                  </a:lnTo>
                  <a:lnTo>
                    <a:pt x="4926035" y="4237441"/>
                  </a:lnTo>
                  <a:lnTo>
                    <a:pt x="4962956" y="4207099"/>
                  </a:lnTo>
                  <a:lnTo>
                    <a:pt x="4997784" y="4174463"/>
                  </a:lnTo>
                  <a:lnTo>
                    <a:pt x="5030419" y="4139632"/>
                  </a:lnTo>
                  <a:lnTo>
                    <a:pt x="5060759" y="4102709"/>
                  </a:lnTo>
                  <a:lnTo>
                    <a:pt x="5088703" y="4063795"/>
                  </a:lnTo>
                  <a:lnTo>
                    <a:pt x="5114150" y="4022991"/>
                  </a:lnTo>
                  <a:lnTo>
                    <a:pt x="5136757" y="3980609"/>
                  </a:lnTo>
                  <a:lnTo>
                    <a:pt x="5156487" y="3936986"/>
                  </a:lnTo>
                  <a:lnTo>
                    <a:pt x="5173297" y="3892266"/>
                  </a:lnTo>
                  <a:lnTo>
                    <a:pt x="5187036" y="3846956"/>
                  </a:lnTo>
                  <a:lnTo>
                    <a:pt x="5197907" y="3800472"/>
                  </a:lnTo>
                  <a:lnTo>
                    <a:pt x="5205730" y="3753322"/>
                  </a:lnTo>
                  <a:lnTo>
                    <a:pt x="5210464" y="3705650"/>
                  </a:lnTo>
                  <a:lnTo>
                    <a:pt x="5210500" y="3705285"/>
                  </a:lnTo>
                  <a:lnTo>
                    <a:pt x="5212067" y="3657599"/>
                  </a:lnTo>
                  <a:lnTo>
                    <a:pt x="5211711" y="731520"/>
                  </a:lnTo>
                  <a:lnTo>
                    <a:pt x="5210132" y="683465"/>
                  </a:lnTo>
                  <a:lnTo>
                    <a:pt x="5205424" y="635791"/>
                  </a:lnTo>
                  <a:lnTo>
                    <a:pt x="5197627" y="588641"/>
                  </a:lnTo>
                  <a:lnTo>
                    <a:pt x="5186784" y="542158"/>
                  </a:lnTo>
                  <a:lnTo>
                    <a:pt x="5172938" y="496485"/>
                  </a:lnTo>
                  <a:lnTo>
                    <a:pt x="5156129" y="451765"/>
                  </a:lnTo>
                  <a:lnTo>
                    <a:pt x="5136401" y="408142"/>
                  </a:lnTo>
                  <a:lnTo>
                    <a:pt x="5113794" y="365759"/>
                  </a:lnTo>
                  <a:lnTo>
                    <a:pt x="5088347" y="324956"/>
                  </a:lnTo>
                  <a:lnTo>
                    <a:pt x="5060401" y="286042"/>
                  </a:lnTo>
                  <a:lnTo>
                    <a:pt x="5030059" y="249119"/>
                  </a:lnTo>
                  <a:lnTo>
                    <a:pt x="4997423" y="214288"/>
                  </a:lnTo>
                  <a:lnTo>
                    <a:pt x="4962592" y="181651"/>
                  </a:lnTo>
                  <a:lnTo>
                    <a:pt x="4925669" y="151309"/>
                  </a:lnTo>
                  <a:lnTo>
                    <a:pt x="4886755" y="123364"/>
                  </a:lnTo>
                  <a:lnTo>
                    <a:pt x="4845951" y="97916"/>
                  </a:lnTo>
                  <a:lnTo>
                    <a:pt x="4803569" y="75310"/>
                  </a:lnTo>
                  <a:lnTo>
                    <a:pt x="4759946" y="55581"/>
                  </a:lnTo>
                  <a:lnTo>
                    <a:pt x="4715226" y="38773"/>
                  </a:lnTo>
                  <a:lnTo>
                    <a:pt x="4669553" y="24926"/>
                  </a:lnTo>
                  <a:lnTo>
                    <a:pt x="4623070" y="14084"/>
                  </a:lnTo>
                  <a:lnTo>
                    <a:pt x="4575919" y="6287"/>
                  </a:lnTo>
                  <a:lnTo>
                    <a:pt x="4528245" y="1578"/>
                  </a:lnTo>
                  <a:lnTo>
                    <a:pt x="448019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444" y="1371251"/>
              <a:ext cx="5212080" cy="4389120"/>
            </a:xfrm>
            <a:custGeom>
              <a:avLst/>
              <a:gdLst/>
              <a:ahLst/>
              <a:cxnLst/>
              <a:rect l="l" t="t" r="r" b="b"/>
              <a:pathLst>
                <a:path w="5212080" h="4389120">
                  <a:moveTo>
                    <a:pt x="0" y="731520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59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60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480191" y="0"/>
                  </a:lnTo>
                  <a:lnTo>
                    <a:pt x="4528245" y="1578"/>
                  </a:lnTo>
                  <a:lnTo>
                    <a:pt x="4575919" y="6287"/>
                  </a:lnTo>
                  <a:lnTo>
                    <a:pt x="4623070" y="14084"/>
                  </a:lnTo>
                  <a:lnTo>
                    <a:pt x="4669553" y="24926"/>
                  </a:lnTo>
                  <a:lnTo>
                    <a:pt x="4715226" y="38773"/>
                  </a:lnTo>
                  <a:lnTo>
                    <a:pt x="4759946" y="55581"/>
                  </a:lnTo>
                  <a:lnTo>
                    <a:pt x="4803569" y="75310"/>
                  </a:lnTo>
                  <a:lnTo>
                    <a:pt x="4845951" y="97916"/>
                  </a:lnTo>
                  <a:lnTo>
                    <a:pt x="4886755" y="123364"/>
                  </a:lnTo>
                  <a:lnTo>
                    <a:pt x="4925669" y="151309"/>
                  </a:lnTo>
                  <a:lnTo>
                    <a:pt x="4962592" y="181651"/>
                  </a:lnTo>
                  <a:lnTo>
                    <a:pt x="4997423" y="214288"/>
                  </a:lnTo>
                  <a:lnTo>
                    <a:pt x="5030059" y="249119"/>
                  </a:lnTo>
                  <a:lnTo>
                    <a:pt x="5060401" y="286042"/>
                  </a:lnTo>
                  <a:lnTo>
                    <a:pt x="5088347" y="324956"/>
                  </a:lnTo>
                  <a:lnTo>
                    <a:pt x="5113794" y="365759"/>
                  </a:lnTo>
                  <a:lnTo>
                    <a:pt x="5136401" y="408142"/>
                  </a:lnTo>
                  <a:lnTo>
                    <a:pt x="5156129" y="451765"/>
                  </a:lnTo>
                  <a:lnTo>
                    <a:pt x="5172938" y="496485"/>
                  </a:lnTo>
                  <a:lnTo>
                    <a:pt x="5186784" y="542158"/>
                  </a:lnTo>
                  <a:lnTo>
                    <a:pt x="5197627" y="588641"/>
                  </a:lnTo>
                  <a:lnTo>
                    <a:pt x="5205424" y="635791"/>
                  </a:lnTo>
                  <a:lnTo>
                    <a:pt x="5210132" y="683465"/>
                  </a:lnTo>
                  <a:lnTo>
                    <a:pt x="5211711" y="731520"/>
                  </a:lnTo>
                  <a:lnTo>
                    <a:pt x="5212080" y="3657231"/>
                  </a:lnTo>
                  <a:lnTo>
                    <a:pt x="5210500" y="3705285"/>
                  </a:lnTo>
                  <a:lnTo>
                    <a:pt x="5205790" y="3752959"/>
                  </a:lnTo>
                  <a:lnTo>
                    <a:pt x="5197991" y="3800110"/>
                  </a:lnTo>
                  <a:lnTo>
                    <a:pt x="5187146" y="3846593"/>
                  </a:lnTo>
                  <a:lnTo>
                    <a:pt x="5173297" y="3892266"/>
                  </a:lnTo>
                  <a:lnTo>
                    <a:pt x="5156487" y="3936986"/>
                  </a:lnTo>
                  <a:lnTo>
                    <a:pt x="5136757" y="3980609"/>
                  </a:lnTo>
                  <a:lnTo>
                    <a:pt x="5114150" y="4022991"/>
                  </a:lnTo>
                  <a:lnTo>
                    <a:pt x="5088703" y="4063795"/>
                  </a:lnTo>
                  <a:lnTo>
                    <a:pt x="5060759" y="4102709"/>
                  </a:lnTo>
                  <a:lnTo>
                    <a:pt x="5030419" y="4139632"/>
                  </a:lnTo>
                  <a:lnTo>
                    <a:pt x="4997784" y="4174463"/>
                  </a:lnTo>
                  <a:lnTo>
                    <a:pt x="4962956" y="4207099"/>
                  </a:lnTo>
                  <a:lnTo>
                    <a:pt x="4926035" y="4237441"/>
                  </a:lnTo>
                  <a:lnTo>
                    <a:pt x="4887123" y="4265387"/>
                  </a:lnTo>
                  <a:lnTo>
                    <a:pt x="4846320" y="4290834"/>
                  </a:lnTo>
                  <a:lnTo>
                    <a:pt x="4803936" y="4313441"/>
                  </a:lnTo>
                  <a:lnTo>
                    <a:pt x="4760312" y="4333169"/>
                  </a:lnTo>
                  <a:lnTo>
                    <a:pt x="4715591" y="4349978"/>
                  </a:lnTo>
                  <a:lnTo>
                    <a:pt x="4669917" y="4363824"/>
                  </a:lnTo>
                  <a:lnTo>
                    <a:pt x="4623432" y="4374667"/>
                  </a:lnTo>
                  <a:lnTo>
                    <a:pt x="4576282" y="4382464"/>
                  </a:lnTo>
                  <a:lnTo>
                    <a:pt x="4528610" y="4387172"/>
                  </a:lnTo>
                  <a:lnTo>
                    <a:pt x="448056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60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599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88174" y="2919596"/>
            <a:ext cx="4405630" cy="12801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185545">
              <a:lnSpc>
                <a:spcPct val="100000"/>
              </a:lnSpc>
              <a:spcBef>
                <a:spcPts val="990"/>
              </a:spcBef>
            </a:pPr>
            <a:r>
              <a:rPr dirty="0" sz="1400" spc="-120">
                <a:solidFill>
                  <a:srgbClr val="10224B"/>
                </a:solidFill>
                <a:latin typeface="Arial Black"/>
                <a:cs typeface="Arial Black"/>
              </a:rPr>
              <a:t>The</a:t>
            </a:r>
            <a:r>
              <a:rPr dirty="0" sz="1400" spc="-8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10224B"/>
                </a:solidFill>
                <a:latin typeface="Arial Black"/>
                <a:cs typeface="Arial Black"/>
              </a:rPr>
              <a:t>Industry</a:t>
            </a:r>
            <a:r>
              <a:rPr dirty="0" sz="1400" spc="-8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Challenge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Academic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learning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provides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foundational AI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knowledge,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but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students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need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opportunities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apply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that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knowledge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practical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settings.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addresses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this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gap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 spc="1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1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tasks,</a:t>
            </a:r>
            <a:r>
              <a:rPr dirty="0" sz="1100" spc="1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teamwork,</a:t>
            </a:r>
            <a:r>
              <a:rPr dirty="0" sz="1100" spc="1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1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8644" y="1349635"/>
            <a:ext cx="5301615" cy="4478655"/>
            <a:chOff x="6218644" y="1349635"/>
            <a:chExt cx="5301615" cy="44786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8644" y="1349635"/>
              <a:ext cx="5301361" cy="4478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63284" y="1371251"/>
              <a:ext cx="5212080" cy="4389120"/>
            </a:xfrm>
            <a:custGeom>
              <a:avLst/>
              <a:gdLst/>
              <a:ahLst/>
              <a:cxnLst/>
              <a:rect l="l" t="t" r="r" b="b"/>
              <a:pathLst>
                <a:path w="5212080" h="4389120">
                  <a:moveTo>
                    <a:pt x="4480191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59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20"/>
                  </a:lnTo>
                  <a:lnTo>
                    <a:pt x="0" y="3657599"/>
                  </a:lnTo>
                  <a:lnTo>
                    <a:pt x="1566" y="3705285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38773" y="3892631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480559" y="4388751"/>
                  </a:lnTo>
                  <a:lnTo>
                    <a:pt x="4528610" y="4387172"/>
                  </a:lnTo>
                  <a:lnTo>
                    <a:pt x="4576282" y="4382464"/>
                  </a:lnTo>
                  <a:lnTo>
                    <a:pt x="4623432" y="4374667"/>
                  </a:lnTo>
                  <a:lnTo>
                    <a:pt x="4669917" y="4363824"/>
                  </a:lnTo>
                  <a:lnTo>
                    <a:pt x="4715591" y="4349978"/>
                  </a:lnTo>
                  <a:lnTo>
                    <a:pt x="4760312" y="4333169"/>
                  </a:lnTo>
                  <a:lnTo>
                    <a:pt x="4803936" y="4313441"/>
                  </a:lnTo>
                  <a:lnTo>
                    <a:pt x="4846320" y="4290834"/>
                  </a:lnTo>
                  <a:lnTo>
                    <a:pt x="4887123" y="4265387"/>
                  </a:lnTo>
                  <a:lnTo>
                    <a:pt x="4926035" y="4237441"/>
                  </a:lnTo>
                  <a:lnTo>
                    <a:pt x="4962956" y="4207099"/>
                  </a:lnTo>
                  <a:lnTo>
                    <a:pt x="4997784" y="4174463"/>
                  </a:lnTo>
                  <a:lnTo>
                    <a:pt x="5030419" y="4139632"/>
                  </a:lnTo>
                  <a:lnTo>
                    <a:pt x="5060759" y="4102709"/>
                  </a:lnTo>
                  <a:lnTo>
                    <a:pt x="5088703" y="4063795"/>
                  </a:lnTo>
                  <a:lnTo>
                    <a:pt x="5114150" y="4022991"/>
                  </a:lnTo>
                  <a:lnTo>
                    <a:pt x="5136757" y="3980609"/>
                  </a:lnTo>
                  <a:lnTo>
                    <a:pt x="5156487" y="3936986"/>
                  </a:lnTo>
                  <a:lnTo>
                    <a:pt x="5173297" y="3892266"/>
                  </a:lnTo>
                  <a:lnTo>
                    <a:pt x="5187036" y="3846956"/>
                  </a:lnTo>
                  <a:lnTo>
                    <a:pt x="5197907" y="3800472"/>
                  </a:lnTo>
                  <a:lnTo>
                    <a:pt x="5197991" y="3800110"/>
                  </a:lnTo>
                  <a:lnTo>
                    <a:pt x="5205730" y="3753322"/>
                  </a:lnTo>
                  <a:lnTo>
                    <a:pt x="5205790" y="3752959"/>
                  </a:lnTo>
                  <a:lnTo>
                    <a:pt x="5210464" y="3705650"/>
                  </a:lnTo>
                  <a:lnTo>
                    <a:pt x="5210500" y="3705285"/>
                  </a:lnTo>
                  <a:lnTo>
                    <a:pt x="5212067" y="3657599"/>
                  </a:lnTo>
                  <a:lnTo>
                    <a:pt x="5211711" y="731520"/>
                  </a:lnTo>
                  <a:lnTo>
                    <a:pt x="5210132" y="683465"/>
                  </a:lnTo>
                  <a:lnTo>
                    <a:pt x="5205424" y="635791"/>
                  </a:lnTo>
                  <a:lnTo>
                    <a:pt x="5197627" y="588641"/>
                  </a:lnTo>
                  <a:lnTo>
                    <a:pt x="5186784" y="542158"/>
                  </a:lnTo>
                  <a:lnTo>
                    <a:pt x="5172938" y="496485"/>
                  </a:lnTo>
                  <a:lnTo>
                    <a:pt x="5156129" y="451765"/>
                  </a:lnTo>
                  <a:lnTo>
                    <a:pt x="5136401" y="408142"/>
                  </a:lnTo>
                  <a:lnTo>
                    <a:pt x="5113794" y="365759"/>
                  </a:lnTo>
                  <a:lnTo>
                    <a:pt x="5088347" y="324956"/>
                  </a:lnTo>
                  <a:lnTo>
                    <a:pt x="5060401" y="286042"/>
                  </a:lnTo>
                  <a:lnTo>
                    <a:pt x="5030059" y="249119"/>
                  </a:lnTo>
                  <a:lnTo>
                    <a:pt x="4997423" y="214288"/>
                  </a:lnTo>
                  <a:lnTo>
                    <a:pt x="4962592" y="181651"/>
                  </a:lnTo>
                  <a:lnTo>
                    <a:pt x="4925669" y="151309"/>
                  </a:lnTo>
                  <a:lnTo>
                    <a:pt x="4886755" y="123364"/>
                  </a:lnTo>
                  <a:lnTo>
                    <a:pt x="4845951" y="97916"/>
                  </a:lnTo>
                  <a:lnTo>
                    <a:pt x="4803569" y="75310"/>
                  </a:lnTo>
                  <a:lnTo>
                    <a:pt x="4759946" y="55581"/>
                  </a:lnTo>
                  <a:lnTo>
                    <a:pt x="4715226" y="38773"/>
                  </a:lnTo>
                  <a:lnTo>
                    <a:pt x="4669553" y="24926"/>
                  </a:lnTo>
                  <a:lnTo>
                    <a:pt x="4623070" y="14084"/>
                  </a:lnTo>
                  <a:lnTo>
                    <a:pt x="4575919" y="6287"/>
                  </a:lnTo>
                  <a:lnTo>
                    <a:pt x="4528245" y="1578"/>
                  </a:lnTo>
                  <a:lnTo>
                    <a:pt x="448019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63284" y="1371251"/>
              <a:ext cx="5212080" cy="4389120"/>
            </a:xfrm>
            <a:custGeom>
              <a:avLst/>
              <a:gdLst/>
              <a:ahLst/>
              <a:cxnLst/>
              <a:rect l="l" t="t" r="r" b="b"/>
              <a:pathLst>
                <a:path w="5212080" h="4389120">
                  <a:moveTo>
                    <a:pt x="0" y="731520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6" y="365759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480191" y="0"/>
                  </a:lnTo>
                  <a:lnTo>
                    <a:pt x="4528245" y="1578"/>
                  </a:lnTo>
                  <a:lnTo>
                    <a:pt x="4575919" y="6287"/>
                  </a:lnTo>
                  <a:lnTo>
                    <a:pt x="4623070" y="14084"/>
                  </a:lnTo>
                  <a:lnTo>
                    <a:pt x="4669553" y="24926"/>
                  </a:lnTo>
                  <a:lnTo>
                    <a:pt x="4715226" y="38773"/>
                  </a:lnTo>
                  <a:lnTo>
                    <a:pt x="4759946" y="55581"/>
                  </a:lnTo>
                  <a:lnTo>
                    <a:pt x="4803569" y="75310"/>
                  </a:lnTo>
                  <a:lnTo>
                    <a:pt x="4845951" y="97916"/>
                  </a:lnTo>
                  <a:lnTo>
                    <a:pt x="4886755" y="123364"/>
                  </a:lnTo>
                  <a:lnTo>
                    <a:pt x="4925669" y="151309"/>
                  </a:lnTo>
                  <a:lnTo>
                    <a:pt x="4962592" y="181651"/>
                  </a:lnTo>
                  <a:lnTo>
                    <a:pt x="4997423" y="214288"/>
                  </a:lnTo>
                  <a:lnTo>
                    <a:pt x="5030059" y="249119"/>
                  </a:lnTo>
                  <a:lnTo>
                    <a:pt x="5060401" y="286042"/>
                  </a:lnTo>
                  <a:lnTo>
                    <a:pt x="5088347" y="324956"/>
                  </a:lnTo>
                  <a:lnTo>
                    <a:pt x="5113794" y="365759"/>
                  </a:lnTo>
                  <a:lnTo>
                    <a:pt x="5136401" y="408142"/>
                  </a:lnTo>
                  <a:lnTo>
                    <a:pt x="5156129" y="451765"/>
                  </a:lnTo>
                  <a:lnTo>
                    <a:pt x="5172938" y="496485"/>
                  </a:lnTo>
                  <a:lnTo>
                    <a:pt x="5186784" y="542158"/>
                  </a:lnTo>
                  <a:lnTo>
                    <a:pt x="5197627" y="588641"/>
                  </a:lnTo>
                  <a:lnTo>
                    <a:pt x="5205424" y="635791"/>
                  </a:lnTo>
                  <a:lnTo>
                    <a:pt x="5210132" y="683465"/>
                  </a:lnTo>
                  <a:lnTo>
                    <a:pt x="5211711" y="731520"/>
                  </a:lnTo>
                  <a:lnTo>
                    <a:pt x="5212080" y="3657231"/>
                  </a:lnTo>
                  <a:lnTo>
                    <a:pt x="5210500" y="3705285"/>
                  </a:lnTo>
                  <a:lnTo>
                    <a:pt x="5205790" y="3752959"/>
                  </a:lnTo>
                  <a:lnTo>
                    <a:pt x="5197991" y="3800110"/>
                  </a:lnTo>
                  <a:lnTo>
                    <a:pt x="5187146" y="3846593"/>
                  </a:lnTo>
                  <a:lnTo>
                    <a:pt x="5173297" y="3892266"/>
                  </a:lnTo>
                  <a:lnTo>
                    <a:pt x="5156487" y="3936986"/>
                  </a:lnTo>
                  <a:lnTo>
                    <a:pt x="5136757" y="3980609"/>
                  </a:lnTo>
                  <a:lnTo>
                    <a:pt x="5114150" y="4022991"/>
                  </a:lnTo>
                  <a:lnTo>
                    <a:pt x="5088703" y="4063795"/>
                  </a:lnTo>
                  <a:lnTo>
                    <a:pt x="5060759" y="4102709"/>
                  </a:lnTo>
                  <a:lnTo>
                    <a:pt x="5030419" y="4139632"/>
                  </a:lnTo>
                  <a:lnTo>
                    <a:pt x="4997784" y="4174463"/>
                  </a:lnTo>
                  <a:lnTo>
                    <a:pt x="4962956" y="4207099"/>
                  </a:lnTo>
                  <a:lnTo>
                    <a:pt x="4926035" y="4237441"/>
                  </a:lnTo>
                  <a:lnTo>
                    <a:pt x="4887123" y="4265387"/>
                  </a:lnTo>
                  <a:lnTo>
                    <a:pt x="4846320" y="4290834"/>
                  </a:lnTo>
                  <a:lnTo>
                    <a:pt x="4803936" y="4313441"/>
                  </a:lnTo>
                  <a:lnTo>
                    <a:pt x="4760312" y="4333169"/>
                  </a:lnTo>
                  <a:lnTo>
                    <a:pt x="4715591" y="4349978"/>
                  </a:lnTo>
                  <a:lnTo>
                    <a:pt x="4669917" y="4363824"/>
                  </a:lnTo>
                  <a:lnTo>
                    <a:pt x="4623432" y="4374667"/>
                  </a:lnTo>
                  <a:lnTo>
                    <a:pt x="4576282" y="4382464"/>
                  </a:lnTo>
                  <a:lnTo>
                    <a:pt x="4528610" y="4387172"/>
                  </a:lnTo>
                  <a:lnTo>
                    <a:pt x="4480559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599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666014" y="2919596"/>
            <a:ext cx="4427855" cy="12801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990"/>
              </a:spcBef>
            </a:pPr>
            <a:r>
              <a:rPr dirty="0" sz="1400" spc="-120">
                <a:solidFill>
                  <a:srgbClr val="10224B"/>
                </a:solidFill>
                <a:latin typeface="Arial Black"/>
                <a:cs typeface="Arial Black"/>
              </a:rPr>
              <a:t>The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Solution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Scope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provides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structured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environment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practical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Intelligence.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Interns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assigned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responsibilities,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participate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meetings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discussions,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develop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coordination,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teamwork,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professional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skills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while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working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primarily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remote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environment.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0803" y="6104871"/>
            <a:ext cx="10879455" cy="1232535"/>
            <a:chOff x="640803" y="6104871"/>
            <a:chExt cx="10879455" cy="12325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6104871"/>
              <a:ext cx="10879201" cy="123193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444" y="6126486"/>
              <a:ext cx="10789920" cy="1143000"/>
            </a:xfrm>
            <a:custGeom>
              <a:avLst/>
              <a:gdLst/>
              <a:ahLst/>
              <a:cxnLst/>
              <a:rect l="l" t="t" r="r" b="b"/>
              <a:pathLst>
                <a:path w="10789920" h="1143000">
                  <a:moveTo>
                    <a:pt x="10599115" y="0"/>
                  </a:moveTo>
                  <a:lnTo>
                    <a:pt x="190436" y="0"/>
                  </a:lnTo>
                  <a:lnTo>
                    <a:pt x="165512" y="1613"/>
                  </a:lnTo>
                  <a:lnTo>
                    <a:pt x="117684" y="14428"/>
                  </a:lnTo>
                  <a:lnTo>
                    <a:pt x="74498" y="39363"/>
                  </a:lnTo>
                  <a:lnTo>
                    <a:pt x="39350" y="74362"/>
                  </a:lnTo>
                  <a:lnTo>
                    <a:pt x="14423" y="117539"/>
                  </a:lnTo>
                  <a:lnTo>
                    <a:pt x="1613" y="165514"/>
                  </a:lnTo>
                  <a:lnTo>
                    <a:pt x="0" y="190436"/>
                  </a:lnTo>
                  <a:lnTo>
                    <a:pt x="0" y="952563"/>
                  </a:lnTo>
                  <a:lnTo>
                    <a:pt x="1590" y="977129"/>
                  </a:lnTo>
                  <a:lnTo>
                    <a:pt x="1613" y="977485"/>
                  </a:lnTo>
                  <a:lnTo>
                    <a:pt x="6370" y="1001520"/>
                  </a:lnTo>
                  <a:lnTo>
                    <a:pt x="6432" y="1001833"/>
                  </a:lnTo>
                  <a:lnTo>
                    <a:pt x="14353" y="1025098"/>
                  </a:lnTo>
                  <a:lnTo>
                    <a:pt x="39344" y="1068482"/>
                  </a:lnTo>
                  <a:lnTo>
                    <a:pt x="74354" y="1103636"/>
                  </a:lnTo>
                  <a:lnTo>
                    <a:pt x="117534" y="1128571"/>
                  </a:lnTo>
                  <a:lnTo>
                    <a:pt x="165507" y="1141386"/>
                  </a:lnTo>
                  <a:lnTo>
                    <a:pt x="190436" y="1142999"/>
                  </a:lnTo>
                  <a:lnTo>
                    <a:pt x="10599470" y="1142644"/>
                  </a:lnTo>
                  <a:lnTo>
                    <a:pt x="10648751" y="1136205"/>
                  </a:lnTo>
                  <a:lnTo>
                    <a:pt x="10694517" y="1117079"/>
                  </a:lnTo>
                  <a:lnTo>
                    <a:pt x="10734160" y="1086929"/>
                  </a:lnTo>
                  <a:lnTo>
                    <a:pt x="10764354" y="1047597"/>
                  </a:lnTo>
                  <a:lnTo>
                    <a:pt x="10775384" y="1025304"/>
                  </a:lnTo>
                  <a:lnTo>
                    <a:pt x="10775486" y="1025098"/>
                  </a:lnTo>
                  <a:lnTo>
                    <a:pt x="10788234" y="977485"/>
                  </a:lnTo>
                  <a:lnTo>
                    <a:pt x="10789920" y="952195"/>
                  </a:lnTo>
                  <a:lnTo>
                    <a:pt x="10789551" y="190436"/>
                  </a:lnTo>
                  <a:lnTo>
                    <a:pt x="10783119" y="141166"/>
                  </a:lnTo>
                  <a:lnTo>
                    <a:pt x="10763999" y="95402"/>
                  </a:lnTo>
                  <a:lnTo>
                    <a:pt x="10733849" y="55759"/>
                  </a:lnTo>
                  <a:lnTo>
                    <a:pt x="10694517" y="25565"/>
                  </a:lnTo>
                  <a:lnTo>
                    <a:pt x="10648435" y="6434"/>
                  </a:lnTo>
                  <a:lnTo>
                    <a:pt x="10624044" y="1613"/>
                  </a:lnTo>
                  <a:lnTo>
                    <a:pt x="1059911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85444" y="6126486"/>
              <a:ext cx="10789920" cy="1143000"/>
            </a:xfrm>
            <a:custGeom>
              <a:avLst/>
              <a:gdLst/>
              <a:ahLst/>
              <a:cxnLst/>
              <a:rect l="l" t="t" r="r" b="b"/>
              <a:pathLst>
                <a:path w="10789920" h="1143000">
                  <a:moveTo>
                    <a:pt x="0" y="190436"/>
                  </a:moveTo>
                  <a:lnTo>
                    <a:pt x="1613" y="165508"/>
                  </a:lnTo>
                  <a:lnTo>
                    <a:pt x="6432" y="141120"/>
                  </a:lnTo>
                  <a:lnTo>
                    <a:pt x="25552" y="95034"/>
                  </a:lnTo>
                  <a:lnTo>
                    <a:pt x="55746" y="55713"/>
                  </a:lnTo>
                  <a:lnTo>
                    <a:pt x="95389" y="25565"/>
                  </a:lnTo>
                  <a:lnTo>
                    <a:pt x="141160" y="6434"/>
                  </a:lnTo>
                  <a:lnTo>
                    <a:pt x="190436" y="0"/>
                  </a:lnTo>
                  <a:lnTo>
                    <a:pt x="10599115" y="0"/>
                  </a:lnTo>
                  <a:lnTo>
                    <a:pt x="10648435" y="6434"/>
                  </a:lnTo>
                  <a:lnTo>
                    <a:pt x="10694517" y="25565"/>
                  </a:lnTo>
                  <a:lnTo>
                    <a:pt x="10733849" y="55759"/>
                  </a:lnTo>
                  <a:lnTo>
                    <a:pt x="10763999" y="95402"/>
                  </a:lnTo>
                  <a:lnTo>
                    <a:pt x="10783119" y="141166"/>
                  </a:lnTo>
                  <a:lnTo>
                    <a:pt x="10789551" y="190436"/>
                  </a:lnTo>
                  <a:lnTo>
                    <a:pt x="10789920" y="952195"/>
                  </a:lnTo>
                  <a:lnTo>
                    <a:pt x="10788304" y="977129"/>
                  </a:lnTo>
                  <a:lnTo>
                    <a:pt x="10783481" y="1001520"/>
                  </a:lnTo>
                  <a:lnTo>
                    <a:pt x="10764354" y="1047597"/>
                  </a:lnTo>
                  <a:lnTo>
                    <a:pt x="10734160" y="1086929"/>
                  </a:lnTo>
                  <a:lnTo>
                    <a:pt x="10694517" y="1117079"/>
                  </a:lnTo>
                  <a:lnTo>
                    <a:pt x="10648751" y="1136205"/>
                  </a:lnTo>
                  <a:lnTo>
                    <a:pt x="10599470" y="1142644"/>
                  </a:lnTo>
                  <a:lnTo>
                    <a:pt x="190436" y="1142999"/>
                  </a:lnTo>
                  <a:lnTo>
                    <a:pt x="141116" y="1136565"/>
                  </a:lnTo>
                  <a:lnTo>
                    <a:pt x="95034" y="1117434"/>
                  </a:lnTo>
                  <a:lnTo>
                    <a:pt x="55702" y="1087240"/>
                  </a:lnTo>
                  <a:lnTo>
                    <a:pt x="25552" y="1047597"/>
                  </a:lnTo>
                  <a:lnTo>
                    <a:pt x="6432" y="1001833"/>
                  </a:lnTo>
                  <a:lnTo>
                    <a:pt x="0" y="952563"/>
                  </a:lnTo>
                  <a:lnTo>
                    <a:pt x="0" y="19043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29424" y="6387483"/>
            <a:ext cx="8037195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247515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Context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experience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connects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academic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AI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learning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task-based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workplace-oriented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Core</a:t>
            </a:r>
            <a:r>
              <a:rPr dirty="0" spc="-185"/>
              <a:t> </a:t>
            </a:r>
            <a:r>
              <a:rPr dirty="0" spc="-175"/>
              <a:t>Project</a:t>
            </a:r>
            <a:r>
              <a:rPr dirty="0" spc="-185"/>
              <a:t> </a:t>
            </a:r>
            <a:r>
              <a:rPr dirty="0" spc="-15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715" y="1303547"/>
            <a:ext cx="5393690" cy="1918335"/>
            <a:chOff x="594715" y="1303547"/>
            <a:chExt cx="5393690" cy="1918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303547"/>
              <a:ext cx="5393156" cy="19180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356" y="132516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4998961" y="1829168"/>
                  </a:lnTo>
                  <a:lnTo>
                    <a:pt x="5038823" y="1826557"/>
                  </a:lnTo>
                  <a:lnTo>
                    <a:pt x="5077751" y="1818816"/>
                  </a:lnTo>
                  <a:lnTo>
                    <a:pt x="5115702" y="1805926"/>
                  </a:lnTo>
                  <a:lnTo>
                    <a:pt x="5151602" y="1788121"/>
                  </a:lnTo>
                  <a:lnTo>
                    <a:pt x="5184682" y="1765979"/>
                  </a:lnTo>
                  <a:lnTo>
                    <a:pt x="5214456" y="1739839"/>
                  </a:lnTo>
                  <a:lnTo>
                    <a:pt x="5240860" y="1709806"/>
                  </a:lnTo>
                  <a:lnTo>
                    <a:pt x="5263210" y="1676527"/>
                  </a:lnTo>
                  <a:lnTo>
                    <a:pt x="5280727" y="1640982"/>
                  </a:lnTo>
                  <a:lnTo>
                    <a:pt x="5293521" y="1603262"/>
                  </a:lnTo>
                  <a:lnTo>
                    <a:pt x="5301276" y="1564191"/>
                  </a:lnTo>
                  <a:lnTo>
                    <a:pt x="5303888" y="1524241"/>
                  </a:lnTo>
                  <a:lnTo>
                    <a:pt x="5303865" y="304926"/>
                  </a:lnTo>
                  <a:lnTo>
                    <a:pt x="5301271" y="265332"/>
                  </a:lnTo>
                  <a:lnTo>
                    <a:pt x="5293490" y="226261"/>
                  </a:lnTo>
                  <a:lnTo>
                    <a:pt x="5280646" y="188541"/>
                  </a:lnTo>
                  <a:lnTo>
                    <a:pt x="5262841" y="152641"/>
                  </a:lnTo>
                  <a:lnTo>
                    <a:pt x="5240699" y="119563"/>
                  </a:lnTo>
                  <a:lnTo>
                    <a:pt x="5214469" y="89690"/>
                  </a:lnTo>
                  <a:lnTo>
                    <a:pt x="5184526" y="63394"/>
                  </a:lnTo>
                  <a:lnTo>
                    <a:pt x="5151246" y="41046"/>
                  </a:lnTo>
                  <a:lnTo>
                    <a:pt x="5115552" y="23449"/>
                  </a:lnTo>
                  <a:lnTo>
                    <a:pt x="5077937" y="10715"/>
                  </a:lnTo>
                  <a:lnTo>
                    <a:pt x="5038906" y="2977"/>
                  </a:lnTo>
                  <a:lnTo>
                    <a:pt x="499896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356" y="132516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998961" y="368"/>
                  </a:lnTo>
                  <a:lnTo>
                    <a:pt x="5038906" y="2977"/>
                  </a:lnTo>
                  <a:lnTo>
                    <a:pt x="5077937" y="10715"/>
                  </a:lnTo>
                  <a:lnTo>
                    <a:pt x="5115552" y="23449"/>
                  </a:lnTo>
                  <a:lnTo>
                    <a:pt x="5151246" y="41046"/>
                  </a:lnTo>
                  <a:lnTo>
                    <a:pt x="5184526" y="63394"/>
                  </a:lnTo>
                  <a:lnTo>
                    <a:pt x="5214469" y="89690"/>
                  </a:lnTo>
                  <a:lnTo>
                    <a:pt x="5240699" y="119563"/>
                  </a:lnTo>
                  <a:lnTo>
                    <a:pt x="5262841" y="152641"/>
                  </a:lnTo>
                  <a:lnTo>
                    <a:pt x="5280646" y="188541"/>
                  </a:lnTo>
                  <a:lnTo>
                    <a:pt x="5293490" y="226261"/>
                  </a:lnTo>
                  <a:lnTo>
                    <a:pt x="5301271" y="265332"/>
                  </a:lnTo>
                  <a:lnTo>
                    <a:pt x="5303888" y="305282"/>
                  </a:lnTo>
                  <a:lnTo>
                    <a:pt x="5303888" y="1524241"/>
                  </a:lnTo>
                  <a:lnTo>
                    <a:pt x="5301277" y="1564186"/>
                  </a:lnTo>
                  <a:lnTo>
                    <a:pt x="5293536" y="1603217"/>
                  </a:lnTo>
                  <a:lnTo>
                    <a:pt x="5280801" y="1640832"/>
                  </a:lnTo>
                  <a:lnTo>
                    <a:pt x="5263210" y="1676527"/>
                  </a:lnTo>
                  <a:lnTo>
                    <a:pt x="5240860" y="1709806"/>
                  </a:lnTo>
                  <a:lnTo>
                    <a:pt x="5214559" y="1739749"/>
                  </a:lnTo>
                  <a:lnTo>
                    <a:pt x="5184682" y="1765979"/>
                  </a:lnTo>
                  <a:lnTo>
                    <a:pt x="5151602" y="1788121"/>
                  </a:lnTo>
                  <a:lnTo>
                    <a:pt x="5115702" y="1805926"/>
                  </a:lnTo>
                  <a:lnTo>
                    <a:pt x="5077982" y="1818770"/>
                  </a:lnTo>
                  <a:lnTo>
                    <a:pt x="5038911" y="1826551"/>
                  </a:lnTo>
                  <a:lnTo>
                    <a:pt x="499896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17181" y="1761482"/>
            <a:ext cx="468058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21640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Artificial</a:t>
            </a: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Intelligence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10224B"/>
                </a:solidFill>
                <a:latin typeface="Arial Black"/>
                <a:cs typeface="Arial Black"/>
              </a:rPr>
              <a:t>&amp;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5">
                <a:solidFill>
                  <a:srgbClr val="10224B"/>
                </a:solidFill>
                <a:latin typeface="Arial Black"/>
                <a:cs typeface="Arial Black"/>
              </a:rPr>
              <a:t>Practical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Application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Gain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by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understanding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relevant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concepts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applying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knowledge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tasks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6835" y="1303547"/>
            <a:ext cx="5393690" cy="1918335"/>
            <a:chOff x="6126835" y="1303547"/>
            <a:chExt cx="5393690" cy="19183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835" y="1303547"/>
              <a:ext cx="5393156" cy="19180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1476" y="132516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4998961" y="1829168"/>
                  </a:lnTo>
                  <a:lnTo>
                    <a:pt x="5038823" y="1826557"/>
                  </a:lnTo>
                  <a:lnTo>
                    <a:pt x="5077751" y="1818816"/>
                  </a:lnTo>
                  <a:lnTo>
                    <a:pt x="5115702" y="1805926"/>
                  </a:lnTo>
                  <a:lnTo>
                    <a:pt x="5151602" y="1788121"/>
                  </a:lnTo>
                  <a:lnTo>
                    <a:pt x="5184682" y="1765979"/>
                  </a:lnTo>
                  <a:lnTo>
                    <a:pt x="5214456" y="1739839"/>
                  </a:lnTo>
                  <a:lnTo>
                    <a:pt x="5240860" y="1709806"/>
                  </a:lnTo>
                  <a:lnTo>
                    <a:pt x="5263210" y="1676527"/>
                  </a:lnTo>
                  <a:lnTo>
                    <a:pt x="5280727" y="1640982"/>
                  </a:lnTo>
                  <a:lnTo>
                    <a:pt x="5280801" y="1640832"/>
                  </a:lnTo>
                  <a:lnTo>
                    <a:pt x="5293521" y="1603262"/>
                  </a:lnTo>
                  <a:lnTo>
                    <a:pt x="5301276" y="1564191"/>
                  </a:lnTo>
                  <a:lnTo>
                    <a:pt x="5303888" y="1524241"/>
                  </a:lnTo>
                  <a:lnTo>
                    <a:pt x="5303865" y="304926"/>
                  </a:lnTo>
                  <a:lnTo>
                    <a:pt x="5301271" y="265332"/>
                  </a:lnTo>
                  <a:lnTo>
                    <a:pt x="5293490" y="226261"/>
                  </a:lnTo>
                  <a:lnTo>
                    <a:pt x="5280646" y="188541"/>
                  </a:lnTo>
                  <a:lnTo>
                    <a:pt x="5262841" y="152641"/>
                  </a:lnTo>
                  <a:lnTo>
                    <a:pt x="5240699" y="119563"/>
                  </a:lnTo>
                  <a:lnTo>
                    <a:pt x="5214469" y="89690"/>
                  </a:lnTo>
                  <a:lnTo>
                    <a:pt x="5184526" y="63394"/>
                  </a:lnTo>
                  <a:lnTo>
                    <a:pt x="5151247" y="41046"/>
                  </a:lnTo>
                  <a:lnTo>
                    <a:pt x="5115552" y="23449"/>
                  </a:lnTo>
                  <a:lnTo>
                    <a:pt x="5077937" y="10715"/>
                  </a:lnTo>
                  <a:lnTo>
                    <a:pt x="5038906" y="2977"/>
                  </a:lnTo>
                  <a:lnTo>
                    <a:pt x="499896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71476" y="132516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998961" y="368"/>
                  </a:lnTo>
                  <a:lnTo>
                    <a:pt x="5038906" y="2977"/>
                  </a:lnTo>
                  <a:lnTo>
                    <a:pt x="5077937" y="10715"/>
                  </a:lnTo>
                  <a:lnTo>
                    <a:pt x="5115552" y="23449"/>
                  </a:lnTo>
                  <a:lnTo>
                    <a:pt x="5151247" y="41046"/>
                  </a:lnTo>
                  <a:lnTo>
                    <a:pt x="5184526" y="63394"/>
                  </a:lnTo>
                  <a:lnTo>
                    <a:pt x="5214469" y="89690"/>
                  </a:lnTo>
                  <a:lnTo>
                    <a:pt x="5240699" y="119563"/>
                  </a:lnTo>
                  <a:lnTo>
                    <a:pt x="5262841" y="152641"/>
                  </a:lnTo>
                  <a:lnTo>
                    <a:pt x="5280646" y="188541"/>
                  </a:lnTo>
                  <a:lnTo>
                    <a:pt x="5293490" y="226261"/>
                  </a:lnTo>
                  <a:lnTo>
                    <a:pt x="5301271" y="265332"/>
                  </a:lnTo>
                  <a:lnTo>
                    <a:pt x="5303888" y="305282"/>
                  </a:lnTo>
                  <a:lnTo>
                    <a:pt x="5303888" y="1524241"/>
                  </a:lnTo>
                  <a:lnTo>
                    <a:pt x="5301277" y="1564186"/>
                  </a:lnTo>
                  <a:lnTo>
                    <a:pt x="5293536" y="1603217"/>
                  </a:lnTo>
                  <a:lnTo>
                    <a:pt x="5280801" y="1640832"/>
                  </a:lnTo>
                  <a:lnTo>
                    <a:pt x="5263210" y="1676527"/>
                  </a:lnTo>
                  <a:lnTo>
                    <a:pt x="5240860" y="1709806"/>
                  </a:lnTo>
                  <a:lnTo>
                    <a:pt x="5214559" y="1739749"/>
                  </a:lnTo>
                  <a:lnTo>
                    <a:pt x="5184682" y="1765979"/>
                  </a:lnTo>
                  <a:lnTo>
                    <a:pt x="5151602" y="1788121"/>
                  </a:lnTo>
                  <a:lnTo>
                    <a:pt x="5115702" y="1805926"/>
                  </a:lnTo>
                  <a:lnTo>
                    <a:pt x="5077982" y="1818770"/>
                  </a:lnTo>
                  <a:lnTo>
                    <a:pt x="5038911" y="1826551"/>
                  </a:lnTo>
                  <a:lnTo>
                    <a:pt x="499896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49301" y="1761482"/>
            <a:ext cx="4039870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08405">
              <a:lnSpc>
                <a:spcPct val="100000"/>
              </a:lnSpc>
              <a:spcBef>
                <a:spcPts val="990"/>
              </a:spcBef>
            </a:pPr>
            <a:r>
              <a:rPr dirty="0" sz="1400" spc="-105">
                <a:solidFill>
                  <a:srgbClr val="10224B"/>
                </a:solidFill>
                <a:latin typeface="Arial Black"/>
                <a:cs typeface="Arial Black"/>
              </a:rPr>
              <a:t>Teamwork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10224B"/>
                </a:solidFill>
                <a:latin typeface="Arial Black"/>
                <a:cs typeface="Arial Black"/>
              </a:rPr>
              <a:t>&amp;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Actively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participate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team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meetings,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group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discussions,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activities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while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improving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communication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coordination</a:t>
            </a:r>
            <a:r>
              <a:rPr dirty="0" sz="1100" spc="1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skills.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4715" y="3452387"/>
            <a:ext cx="5393690" cy="1918335"/>
            <a:chOff x="594715" y="3452387"/>
            <a:chExt cx="5393690" cy="19183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3452387"/>
              <a:ext cx="5393156" cy="19180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9356" y="347400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4998961" y="1829168"/>
                  </a:lnTo>
                  <a:lnTo>
                    <a:pt x="5038823" y="1826557"/>
                  </a:lnTo>
                  <a:lnTo>
                    <a:pt x="5077751" y="1818816"/>
                  </a:lnTo>
                  <a:lnTo>
                    <a:pt x="5115702" y="1805926"/>
                  </a:lnTo>
                  <a:lnTo>
                    <a:pt x="5151602" y="1788121"/>
                  </a:lnTo>
                  <a:lnTo>
                    <a:pt x="5184682" y="1765979"/>
                  </a:lnTo>
                  <a:lnTo>
                    <a:pt x="5214456" y="1739839"/>
                  </a:lnTo>
                  <a:lnTo>
                    <a:pt x="5240860" y="1709806"/>
                  </a:lnTo>
                  <a:lnTo>
                    <a:pt x="5263210" y="1676527"/>
                  </a:lnTo>
                  <a:lnTo>
                    <a:pt x="5280727" y="1640982"/>
                  </a:lnTo>
                  <a:lnTo>
                    <a:pt x="5293521" y="1603262"/>
                  </a:lnTo>
                  <a:lnTo>
                    <a:pt x="5301276" y="1564191"/>
                  </a:lnTo>
                  <a:lnTo>
                    <a:pt x="5303888" y="1524241"/>
                  </a:lnTo>
                  <a:lnTo>
                    <a:pt x="5303865" y="304926"/>
                  </a:lnTo>
                  <a:lnTo>
                    <a:pt x="5301271" y="265332"/>
                  </a:lnTo>
                  <a:lnTo>
                    <a:pt x="5293490" y="226261"/>
                  </a:lnTo>
                  <a:lnTo>
                    <a:pt x="5280646" y="188541"/>
                  </a:lnTo>
                  <a:lnTo>
                    <a:pt x="5262841" y="152641"/>
                  </a:lnTo>
                  <a:lnTo>
                    <a:pt x="5240699" y="119563"/>
                  </a:lnTo>
                  <a:lnTo>
                    <a:pt x="5214469" y="89690"/>
                  </a:lnTo>
                  <a:lnTo>
                    <a:pt x="5184526" y="63394"/>
                  </a:lnTo>
                  <a:lnTo>
                    <a:pt x="5151246" y="41046"/>
                  </a:lnTo>
                  <a:lnTo>
                    <a:pt x="5115552" y="23449"/>
                  </a:lnTo>
                  <a:lnTo>
                    <a:pt x="5077937" y="10715"/>
                  </a:lnTo>
                  <a:lnTo>
                    <a:pt x="5038906" y="2977"/>
                  </a:lnTo>
                  <a:lnTo>
                    <a:pt x="499896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356" y="347400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998961" y="368"/>
                  </a:lnTo>
                  <a:lnTo>
                    <a:pt x="5038906" y="2977"/>
                  </a:lnTo>
                  <a:lnTo>
                    <a:pt x="5077937" y="10715"/>
                  </a:lnTo>
                  <a:lnTo>
                    <a:pt x="5115552" y="23449"/>
                  </a:lnTo>
                  <a:lnTo>
                    <a:pt x="5151246" y="41046"/>
                  </a:lnTo>
                  <a:lnTo>
                    <a:pt x="5184526" y="63394"/>
                  </a:lnTo>
                  <a:lnTo>
                    <a:pt x="5214469" y="89690"/>
                  </a:lnTo>
                  <a:lnTo>
                    <a:pt x="5240699" y="119563"/>
                  </a:lnTo>
                  <a:lnTo>
                    <a:pt x="5262841" y="152641"/>
                  </a:lnTo>
                  <a:lnTo>
                    <a:pt x="5280646" y="188541"/>
                  </a:lnTo>
                  <a:lnTo>
                    <a:pt x="5293490" y="226261"/>
                  </a:lnTo>
                  <a:lnTo>
                    <a:pt x="5301271" y="265332"/>
                  </a:lnTo>
                  <a:lnTo>
                    <a:pt x="5303888" y="305282"/>
                  </a:lnTo>
                  <a:lnTo>
                    <a:pt x="5303888" y="1524241"/>
                  </a:lnTo>
                  <a:lnTo>
                    <a:pt x="5301277" y="1564186"/>
                  </a:lnTo>
                  <a:lnTo>
                    <a:pt x="5293536" y="1603217"/>
                  </a:lnTo>
                  <a:lnTo>
                    <a:pt x="5280801" y="1640832"/>
                  </a:lnTo>
                  <a:lnTo>
                    <a:pt x="5263210" y="1676527"/>
                  </a:lnTo>
                  <a:lnTo>
                    <a:pt x="5240860" y="1709806"/>
                  </a:lnTo>
                  <a:lnTo>
                    <a:pt x="5214559" y="1739749"/>
                  </a:lnTo>
                  <a:lnTo>
                    <a:pt x="5184682" y="1765979"/>
                  </a:lnTo>
                  <a:lnTo>
                    <a:pt x="5151602" y="1788121"/>
                  </a:lnTo>
                  <a:lnTo>
                    <a:pt x="5115702" y="1805926"/>
                  </a:lnTo>
                  <a:lnTo>
                    <a:pt x="5077982" y="1818770"/>
                  </a:lnTo>
                  <a:lnTo>
                    <a:pt x="5038911" y="1826551"/>
                  </a:lnTo>
                  <a:lnTo>
                    <a:pt x="499896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7181" y="3994177"/>
            <a:ext cx="461899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161925">
              <a:lnSpc>
                <a:spcPct val="100000"/>
              </a:lnSpc>
              <a:spcBef>
                <a:spcPts val="990"/>
              </a:spcBef>
            </a:pPr>
            <a:r>
              <a:rPr dirty="0" sz="1400" spc="-165">
                <a:solidFill>
                  <a:srgbClr val="10224B"/>
                </a:solidFill>
                <a:latin typeface="Arial Black"/>
                <a:cs typeface="Arial Black"/>
              </a:rPr>
              <a:t>Task</a:t>
            </a: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 Completion </a:t>
            </a:r>
            <a:r>
              <a:rPr dirty="0" sz="1400" spc="-200">
                <a:solidFill>
                  <a:srgbClr val="10224B"/>
                </a:solidFill>
                <a:latin typeface="Arial Black"/>
                <a:cs typeface="Arial Black"/>
              </a:rPr>
              <a:t>&amp;</a:t>
            </a: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Responsibility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Complete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timely,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efficient,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careful,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responsible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manner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while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following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organizational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expectations.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6835" y="3452387"/>
            <a:ext cx="5393690" cy="1918335"/>
            <a:chOff x="6126835" y="3452387"/>
            <a:chExt cx="5393690" cy="191833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835" y="3452387"/>
              <a:ext cx="5393156" cy="19180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1476" y="347400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4998961" y="1829168"/>
                  </a:lnTo>
                  <a:lnTo>
                    <a:pt x="5038823" y="1826557"/>
                  </a:lnTo>
                  <a:lnTo>
                    <a:pt x="5077751" y="1818816"/>
                  </a:lnTo>
                  <a:lnTo>
                    <a:pt x="5115702" y="1805926"/>
                  </a:lnTo>
                  <a:lnTo>
                    <a:pt x="5151602" y="1788121"/>
                  </a:lnTo>
                  <a:lnTo>
                    <a:pt x="5184682" y="1765979"/>
                  </a:lnTo>
                  <a:lnTo>
                    <a:pt x="5214456" y="1739839"/>
                  </a:lnTo>
                  <a:lnTo>
                    <a:pt x="5240860" y="1709806"/>
                  </a:lnTo>
                  <a:lnTo>
                    <a:pt x="5263210" y="1676527"/>
                  </a:lnTo>
                  <a:lnTo>
                    <a:pt x="5280727" y="1640982"/>
                  </a:lnTo>
                  <a:lnTo>
                    <a:pt x="5280801" y="1640832"/>
                  </a:lnTo>
                  <a:lnTo>
                    <a:pt x="5293521" y="1603262"/>
                  </a:lnTo>
                  <a:lnTo>
                    <a:pt x="5301276" y="1564191"/>
                  </a:lnTo>
                  <a:lnTo>
                    <a:pt x="5303888" y="1524241"/>
                  </a:lnTo>
                  <a:lnTo>
                    <a:pt x="5303865" y="304926"/>
                  </a:lnTo>
                  <a:lnTo>
                    <a:pt x="5301271" y="265332"/>
                  </a:lnTo>
                  <a:lnTo>
                    <a:pt x="5293490" y="226261"/>
                  </a:lnTo>
                  <a:lnTo>
                    <a:pt x="5280646" y="188541"/>
                  </a:lnTo>
                  <a:lnTo>
                    <a:pt x="5262841" y="152641"/>
                  </a:lnTo>
                  <a:lnTo>
                    <a:pt x="5240699" y="119563"/>
                  </a:lnTo>
                  <a:lnTo>
                    <a:pt x="5214469" y="89690"/>
                  </a:lnTo>
                  <a:lnTo>
                    <a:pt x="5184526" y="63394"/>
                  </a:lnTo>
                  <a:lnTo>
                    <a:pt x="5151247" y="41046"/>
                  </a:lnTo>
                  <a:lnTo>
                    <a:pt x="5115552" y="23449"/>
                  </a:lnTo>
                  <a:lnTo>
                    <a:pt x="5077937" y="10715"/>
                  </a:lnTo>
                  <a:lnTo>
                    <a:pt x="5038906" y="2977"/>
                  </a:lnTo>
                  <a:lnTo>
                    <a:pt x="499896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1476" y="3474002"/>
              <a:ext cx="5304155" cy="1829435"/>
            </a:xfrm>
            <a:custGeom>
              <a:avLst/>
              <a:gdLst/>
              <a:ahLst/>
              <a:cxnLst/>
              <a:rect l="l" t="t" r="r" b="b"/>
              <a:pathLst>
                <a:path w="530415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998961" y="368"/>
                  </a:lnTo>
                  <a:lnTo>
                    <a:pt x="5038906" y="2977"/>
                  </a:lnTo>
                  <a:lnTo>
                    <a:pt x="5077937" y="10715"/>
                  </a:lnTo>
                  <a:lnTo>
                    <a:pt x="5115552" y="23449"/>
                  </a:lnTo>
                  <a:lnTo>
                    <a:pt x="5151247" y="41046"/>
                  </a:lnTo>
                  <a:lnTo>
                    <a:pt x="5184526" y="63394"/>
                  </a:lnTo>
                  <a:lnTo>
                    <a:pt x="5214469" y="89690"/>
                  </a:lnTo>
                  <a:lnTo>
                    <a:pt x="5240699" y="119563"/>
                  </a:lnTo>
                  <a:lnTo>
                    <a:pt x="5262841" y="152641"/>
                  </a:lnTo>
                  <a:lnTo>
                    <a:pt x="5280646" y="188541"/>
                  </a:lnTo>
                  <a:lnTo>
                    <a:pt x="5293490" y="226261"/>
                  </a:lnTo>
                  <a:lnTo>
                    <a:pt x="5301271" y="265332"/>
                  </a:lnTo>
                  <a:lnTo>
                    <a:pt x="5303888" y="305282"/>
                  </a:lnTo>
                  <a:lnTo>
                    <a:pt x="5303888" y="1524241"/>
                  </a:lnTo>
                  <a:lnTo>
                    <a:pt x="5301277" y="1564186"/>
                  </a:lnTo>
                  <a:lnTo>
                    <a:pt x="5293536" y="1603217"/>
                  </a:lnTo>
                  <a:lnTo>
                    <a:pt x="5280801" y="1640832"/>
                  </a:lnTo>
                  <a:lnTo>
                    <a:pt x="5263210" y="1676527"/>
                  </a:lnTo>
                  <a:lnTo>
                    <a:pt x="5240860" y="1709806"/>
                  </a:lnTo>
                  <a:lnTo>
                    <a:pt x="5214559" y="1739749"/>
                  </a:lnTo>
                  <a:lnTo>
                    <a:pt x="5184682" y="1765979"/>
                  </a:lnTo>
                  <a:lnTo>
                    <a:pt x="5151602" y="1788121"/>
                  </a:lnTo>
                  <a:lnTo>
                    <a:pt x="5115702" y="1805926"/>
                  </a:lnTo>
                  <a:lnTo>
                    <a:pt x="5077982" y="1818770"/>
                  </a:lnTo>
                  <a:lnTo>
                    <a:pt x="5038911" y="1826551"/>
                  </a:lnTo>
                  <a:lnTo>
                    <a:pt x="499896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49301" y="3910323"/>
            <a:ext cx="433260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24915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Development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Build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experience,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problem-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solving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ability,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teamwork,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workplace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discipline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the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internship.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5083" y="5601582"/>
            <a:ext cx="10925810" cy="1415415"/>
            <a:chOff x="595083" y="5601582"/>
            <a:chExt cx="10925810" cy="141541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5601582"/>
              <a:ext cx="10925276" cy="14151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9724" y="5623210"/>
              <a:ext cx="10836275" cy="1326515"/>
            </a:xfrm>
            <a:custGeom>
              <a:avLst/>
              <a:gdLst/>
              <a:ahLst/>
              <a:cxnLst/>
              <a:rect l="l" t="t" r="r" b="b"/>
              <a:pathLst>
                <a:path w="10836275" h="1326515">
                  <a:moveTo>
                    <a:pt x="221399" y="0"/>
                  </a:moveTo>
                  <a:lnTo>
                    <a:pt x="164110" y="7604"/>
                  </a:lnTo>
                  <a:lnTo>
                    <a:pt x="110870" y="29514"/>
                  </a:lnTo>
                  <a:lnTo>
                    <a:pt x="65108" y="64752"/>
                  </a:lnTo>
                  <a:lnTo>
                    <a:pt x="29870" y="110515"/>
                  </a:lnTo>
                  <a:lnTo>
                    <a:pt x="7826" y="163749"/>
                  </a:lnTo>
                  <a:lnTo>
                    <a:pt x="355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55" y="1189790"/>
                  </a:lnTo>
                  <a:lnTo>
                    <a:pt x="45666" y="1239765"/>
                  </a:lnTo>
                  <a:lnTo>
                    <a:pt x="86470" y="1280569"/>
                  </a:lnTo>
                  <a:lnTo>
                    <a:pt x="136439" y="1309529"/>
                  </a:lnTo>
                  <a:lnTo>
                    <a:pt x="192070" y="1324356"/>
                  </a:lnTo>
                  <a:lnTo>
                    <a:pt x="221030" y="1326235"/>
                  </a:lnTo>
                  <a:lnTo>
                    <a:pt x="10614952" y="1326235"/>
                  </a:lnTo>
                  <a:lnTo>
                    <a:pt x="10643167" y="1324356"/>
                  </a:lnTo>
                  <a:lnTo>
                    <a:pt x="10643668" y="1324356"/>
                  </a:lnTo>
                  <a:lnTo>
                    <a:pt x="10699550" y="1309379"/>
                  </a:lnTo>
                  <a:lnTo>
                    <a:pt x="10749525" y="1280569"/>
                  </a:lnTo>
                  <a:lnTo>
                    <a:pt x="10790329" y="1239765"/>
                  </a:lnTo>
                  <a:lnTo>
                    <a:pt x="10819289" y="1189790"/>
                  </a:lnTo>
                  <a:lnTo>
                    <a:pt x="10834116" y="1134158"/>
                  </a:lnTo>
                  <a:lnTo>
                    <a:pt x="10835995" y="1105192"/>
                  </a:lnTo>
                  <a:lnTo>
                    <a:pt x="10835971" y="221030"/>
                  </a:lnTo>
                  <a:lnTo>
                    <a:pt x="10828391" y="164110"/>
                  </a:lnTo>
                  <a:lnTo>
                    <a:pt x="10806480" y="110871"/>
                  </a:lnTo>
                  <a:lnTo>
                    <a:pt x="10771243" y="65108"/>
                  </a:lnTo>
                  <a:lnTo>
                    <a:pt x="10725480" y="29870"/>
                  </a:lnTo>
                  <a:lnTo>
                    <a:pt x="10672240" y="7826"/>
                  </a:lnTo>
                  <a:lnTo>
                    <a:pt x="10614952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9724" y="5623210"/>
              <a:ext cx="10836275" cy="1326515"/>
            </a:xfrm>
            <a:custGeom>
              <a:avLst/>
              <a:gdLst/>
              <a:ahLst/>
              <a:cxnLst/>
              <a:rect l="l" t="t" r="r" b="b"/>
              <a:pathLst>
                <a:path w="10836275" h="1326515">
                  <a:moveTo>
                    <a:pt x="355" y="221030"/>
                  </a:moveTo>
                  <a:lnTo>
                    <a:pt x="2234" y="192070"/>
                  </a:lnTo>
                  <a:lnTo>
                    <a:pt x="7826" y="163749"/>
                  </a:lnTo>
                  <a:lnTo>
                    <a:pt x="29870" y="110515"/>
                  </a:lnTo>
                  <a:lnTo>
                    <a:pt x="65108" y="64752"/>
                  </a:lnTo>
                  <a:lnTo>
                    <a:pt x="110870" y="29514"/>
                  </a:lnTo>
                  <a:lnTo>
                    <a:pt x="164110" y="7604"/>
                  </a:lnTo>
                  <a:lnTo>
                    <a:pt x="221399" y="0"/>
                  </a:lnTo>
                  <a:lnTo>
                    <a:pt x="10614952" y="355"/>
                  </a:lnTo>
                  <a:lnTo>
                    <a:pt x="10672240" y="7826"/>
                  </a:lnTo>
                  <a:lnTo>
                    <a:pt x="10725480" y="29870"/>
                  </a:lnTo>
                  <a:lnTo>
                    <a:pt x="10771243" y="65108"/>
                  </a:lnTo>
                  <a:lnTo>
                    <a:pt x="10806480" y="110871"/>
                  </a:lnTo>
                  <a:lnTo>
                    <a:pt x="10828391" y="164110"/>
                  </a:lnTo>
                  <a:lnTo>
                    <a:pt x="10835995" y="221399"/>
                  </a:lnTo>
                  <a:lnTo>
                    <a:pt x="10835995" y="1105192"/>
                  </a:lnTo>
                  <a:lnTo>
                    <a:pt x="10834116" y="1134158"/>
                  </a:lnTo>
                  <a:lnTo>
                    <a:pt x="10828524" y="1162480"/>
                  </a:lnTo>
                  <a:lnTo>
                    <a:pt x="10806480" y="1215720"/>
                  </a:lnTo>
                  <a:lnTo>
                    <a:pt x="10771243" y="1261483"/>
                  </a:lnTo>
                  <a:lnTo>
                    <a:pt x="10725480" y="1296720"/>
                  </a:lnTo>
                  <a:lnTo>
                    <a:pt x="10672240" y="1318631"/>
                  </a:lnTo>
                  <a:lnTo>
                    <a:pt x="10614952" y="1326235"/>
                  </a:lnTo>
                  <a:lnTo>
                    <a:pt x="221030" y="1326235"/>
                  </a:lnTo>
                  <a:lnTo>
                    <a:pt x="163749" y="1318764"/>
                  </a:lnTo>
                  <a:lnTo>
                    <a:pt x="110515" y="1296720"/>
                  </a:lnTo>
                  <a:lnTo>
                    <a:pt x="64752" y="1261483"/>
                  </a:lnTo>
                  <a:lnTo>
                    <a:pt x="29514" y="1215720"/>
                  </a:lnTo>
                  <a:lnTo>
                    <a:pt x="7604" y="1162480"/>
                  </a:lnTo>
                  <a:lnTo>
                    <a:pt x="0" y="1105192"/>
                  </a:lnTo>
                  <a:lnTo>
                    <a:pt x="355" y="22103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93063" y="5892120"/>
            <a:ext cx="1007618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287020">
              <a:lnSpc>
                <a:spcPct val="100000"/>
              </a:lnSpc>
              <a:spcBef>
                <a:spcPts val="990"/>
              </a:spcBef>
            </a:pP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Additional</a:t>
            </a:r>
            <a:r>
              <a:rPr dirty="0" sz="1400" spc="-3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Responsibility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Fundraising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may be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undertaken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a secondary activity;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however,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offer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letter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states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that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fundraising is optional and is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not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mandatory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receiving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the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2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certificate.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Technologies</a:t>
            </a:r>
            <a:r>
              <a:rPr dirty="0" spc="-180"/>
              <a:t> </a:t>
            </a:r>
            <a:r>
              <a:rPr dirty="0" spc="-385"/>
              <a:t>&amp;</a:t>
            </a:r>
            <a:r>
              <a:rPr dirty="0" spc="-175"/>
              <a:t> MLOps</a:t>
            </a:r>
            <a:r>
              <a:rPr dirty="0" spc="-180"/>
              <a:t> </a:t>
            </a:r>
            <a:r>
              <a:rPr dirty="0" spc="-160"/>
              <a:t>Toolchain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715" y="1303547"/>
            <a:ext cx="3473450" cy="1918335"/>
            <a:chOff x="594715" y="1303547"/>
            <a:chExt cx="3473450" cy="1918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1303547"/>
              <a:ext cx="3472916" cy="19180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356" y="132516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356" y="132516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17181" y="1761482"/>
            <a:ext cx="2722880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92759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Artificial</a:t>
            </a:r>
            <a:r>
              <a:rPr dirty="0" sz="1400" spc="-3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Intelligence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concepts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domain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knowledge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relevant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43755" y="1303547"/>
            <a:ext cx="3473450" cy="1918335"/>
            <a:chOff x="4343755" y="1303547"/>
            <a:chExt cx="3473450" cy="19183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755" y="1303547"/>
              <a:ext cx="3472916" cy="19180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88396" y="132516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60561" y="164083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388396" y="132516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66221" y="1677600"/>
            <a:ext cx="2765425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76935">
              <a:lnSpc>
                <a:spcPct val="100000"/>
              </a:lnSpc>
              <a:spcBef>
                <a:spcPts val="990"/>
              </a:spcBef>
            </a:pP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Digital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Work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Online</a:t>
            </a:r>
            <a:r>
              <a:rPr dirty="0" sz="1100" spc="1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task</a:t>
            </a:r>
            <a:r>
              <a:rPr dirty="0" sz="1100" spc="1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submission,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documentation,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presentations,</a:t>
            </a:r>
            <a:r>
              <a:rPr dirty="0" sz="1100" spc="1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digital</a:t>
            </a:r>
            <a:r>
              <a:rPr dirty="0" sz="1100" spc="1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communication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required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remote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500">
                <a:solidFill>
                  <a:srgbClr val="182231"/>
                </a:solidFill>
                <a:latin typeface="Arial MT"/>
                <a:cs typeface="Arial MT"/>
              </a:rPr>
              <a:t> 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93164" y="1303547"/>
            <a:ext cx="3427729" cy="1918335"/>
            <a:chOff x="8093164" y="1303547"/>
            <a:chExt cx="3427729" cy="19183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164" y="1303547"/>
              <a:ext cx="3427196" cy="19180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37804" y="132516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033001" y="1829168"/>
                  </a:lnTo>
                  <a:lnTo>
                    <a:pt x="3072858" y="1826557"/>
                  </a:lnTo>
                  <a:lnTo>
                    <a:pt x="3111784" y="1818816"/>
                  </a:lnTo>
                  <a:lnTo>
                    <a:pt x="3149735" y="1805926"/>
                  </a:lnTo>
                  <a:lnTo>
                    <a:pt x="3185629" y="1788121"/>
                  </a:lnTo>
                  <a:lnTo>
                    <a:pt x="3218715" y="1765979"/>
                  </a:lnTo>
                  <a:lnTo>
                    <a:pt x="3248488" y="1739839"/>
                  </a:lnTo>
                  <a:lnTo>
                    <a:pt x="3274889" y="1709806"/>
                  </a:lnTo>
                  <a:lnTo>
                    <a:pt x="3297237" y="1676527"/>
                  </a:lnTo>
                  <a:lnTo>
                    <a:pt x="3314754" y="1640982"/>
                  </a:lnTo>
                  <a:lnTo>
                    <a:pt x="3314828" y="1640832"/>
                  </a:lnTo>
                  <a:lnTo>
                    <a:pt x="3327548" y="1603262"/>
                  </a:lnTo>
                  <a:lnTo>
                    <a:pt x="3335303" y="1564191"/>
                  </a:lnTo>
                  <a:lnTo>
                    <a:pt x="3337915" y="1524241"/>
                  </a:lnTo>
                  <a:lnTo>
                    <a:pt x="3337892" y="304926"/>
                  </a:lnTo>
                  <a:lnTo>
                    <a:pt x="3335299" y="265332"/>
                  </a:lnTo>
                  <a:lnTo>
                    <a:pt x="3327519" y="226261"/>
                  </a:lnTo>
                  <a:lnTo>
                    <a:pt x="3314678" y="188541"/>
                  </a:lnTo>
                  <a:lnTo>
                    <a:pt x="3296881" y="152641"/>
                  </a:lnTo>
                  <a:lnTo>
                    <a:pt x="3274733" y="119563"/>
                  </a:lnTo>
                  <a:lnTo>
                    <a:pt x="3248502" y="89690"/>
                  </a:lnTo>
                  <a:lnTo>
                    <a:pt x="3218559" y="63394"/>
                  </a:lnTo>
                  <a:lnTo>
                    <a:pt x="3185274" y="41046"/>
                  </a:lnTo>
                  <a:lnTo>
                    <a:pt x="3149585" y="23449"/>
                  </a:lnTo>
                  <a:lnTo>
                    <a:pt x="3111971" y="10715"/>
                  </a:lnTo>
                  <a:lnTo>
                    <a:pt x="3072940" y="2977"/>
                  </a:lnTo>
                  <a:lnTo>
                    <a:pt x="303300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137804" y="132516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033001" y="368"/>
                  </a:lnTo>
                  <a:lnTo>
                    <a:pt x="3072940" y="2977"/>
                  </a:lnTo>
                  <a:lnTo>
                    <a:pt x="3111971" y="10715"/>
                  </a:lnTo>
                  <a:lnTo>
                    <a:pt x="3149585" y="23449"/>
                  </a:lnTo>
                  <a:lnTo>
                    <a:pt x="3185274" y="41046"/>
                  </a:lnTo>
                  <a:lnTo>
                    <a:pt x="3218559" y="63394"/>
                  </a:lnTo>
                  <a:lnTo>
                    <a:pt x="3248502" y="89690"/>
                  </a:lnTo>
                  <a:lnTo>
                    <a:pt x="3274733" y="119563"/>
                  </a:lnTo>
                  <a:lnTo>
                    <a:pt x="3296881" y="152641"/>
                  </a:lnTo>
                  <a:lnTo>
                    <a:pt x="3314678" y="188541"/>
                  </a:lnTo>
                  <a:lnTo>
                    <a:pt x="3327519" y="226261"/>
                  </a:lnTo>
                  <a:lnTo>
                    <a:pt x="3335299" y="265332"/>
                  </a:lnTo>
                  <a:lnTo>
                    <a:pt x="3337915" y="305282"/>
                  </a:lnTo>
                  <a:lnTo>
                    <a:pt x="3337915" y="1524241"/>
                  </a:lnTo>
                  <a:lnTo>
                    <a:pt x="3335304" y="1564186"/>
                  </a:lnTo>
                  <a:lnTo>
                    <a:pt x="3327563" y="1603217"/>
                  </a:lnTo>
                  <a:lnTo>
                    <a:pt x="3314828" y="1640832"/>
                  </a:lnTo>
                  <a:lnTo>
                    <a:pt x="3297237" y="1676527"/>
                  </a:lnTo>
                  <a:lnTo>
                    <a:pt x="3274889" y="1709806"/>
                  </a:lnTo>
                  <a:lnTo>
                    <a:pt x="3248591" y="1739749"/>
                  </a:lnTo>
                  <a:lnTo>
                    <a:pt x="3218715" y="1765979"/>
                  </a:lnTo>
                  <a:lnTo>
                    <a:pt x="3185629" y="1788121"/>
                  </a:lnTo>
                  <a:lnTo>
                    <a:pt x="3149735" y="1805926"/>
                  </a:lnTo>
                  <a:lnTo>
                    <a:pt x="3112015" y="1818770"/>
                  </a:lnTo>
                  <a:lnTo>
                    <a:pt x="3072946" y="1826551"/>
                  </a:lnTo>
                  <a:lnTo>
                    <a:pt x="303300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415616" y="1845337"/>
            <a:ext cx="246824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05180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meetings,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group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discussions,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coordination,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work.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4715" y="3498107"/>
            <a:ext cx="3473450" cy="1918335"/>
            <a:chOff x="594715" y="3498107"/>
            <a:chExt cx="3473450" cy="191833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715" y="3498107"/>
              <a:ext cx="3472916" cy="19180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356" y="351972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60561" y="164083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9356" y="351972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17181" y="3956043"/>
            <a:ext cx="266128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614045">
              <a:lnSpc>
                <a:spcPct val="100000"/>
              </a:lnSpc>
              <a:spcBef>
                <a:spcPts val="990"/>
              </a:spcBef>
            </a:pPr>
            <a:r>
              <a:rPr dirty="0" sz="1400" spc="-165">
                <a:solidFill>
                  <a:srgbClr val="10224B"/>
                </a:solidFill>
                <a:latin typeface="Arial Black"/>
                <a:cs typeface="Arial Black"/>
              </a:rPr>
              <a:t>Task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Management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Timely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of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assigned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responsibilities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care,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efficiency,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accountability.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43755" y="3498107"/>
            <a:ext cx="3473450" cy="1918335"/>
            <a:chOff x="4343755" y="3498107"/>
            <a:chExt cx="3473450" cy="191833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755" y="3498107"/>
              <a:ext cx="3472916" cy="191809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88396" y="351972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3078721" y="1829168"/>
                  </a:lnTo>
                  <a:lnTo>
                    <a:pt x="3118583" y="1826557"/>
                  </a:lnTo>
                  <a:lnTo>
                    <a:pt x="3157511" y="1818816"/>
                  </a:lnTo>
                  <a:lnTo>
                    <a:pt x="3195462" y="1805926"/>
                  </a:lnTo>
                  <a:lnTo>
                    <a:pt x="3231362" y="1788121"/>
                  </a:lnTo>
                  <a:lnTo>
                    <a:pt x="3264442" y="1765979"/>
                  </a:lnTo>
                  <a:lnTo>
                    <a:pt x="3294216" y="1739839"/>
                  </a:lnTo>
                  <a:lnTo>
                    <a:pt x="3320620" y="1709806"/>
                  </a:lnTo>
                  <a:lnTo>
                    <a:pt x="3342970" y="1676527"/>
                  </a:lnTo>
                  <a:lnTo>
                    <a:pt x="3360487" y="1640982"/>
                  </a:lnTo>
                  <a:lnTo>
                    <a:pt x="3373281" y="1603262"/>
                  </a:lnTo>
                  <a:lnTo>
                    <a:pt x="3381036" y="1564191"/>
                  </a:lnTo>
                  <a:lnTo>
                    <a:pt x="3383648" y="1524241"/>
                  </a:lnTo>
                  <a:lnTo>
                    <a:pt x="3383625" y="304926"/>
                  </a:lnTo>
                  <a:lnTo>
                    <a:pt x="3381031" y="265332"/>
                  </a:lnTo>
                  <a:lnTo>
                    <a:pt x="3373250" y="226261"/>
                  </a:lnTo>
                  <a:lnTo>
                    <a:pt x="3360406" y="188541"/>
                  </a:lnTo>
                  <a:lnTo>
                    <a:pt x="3342601" y="152641"/>
                  </a:lnTo>
                  <a:lnTo>
                    <a:pt x="3320459" y="119563"/>
                  </a:lnTo>
                  <a:lnTo>
                    <a:pt x="3294229" y="89690"/>
                  </a:lnTo>
                  <a:lnTo>
                    <a:pt x="3264286" y="63394"/>
                  </a:lnTo>
                  <a:lnTo>
                    <a:pt x="3231006" y="41046"/>
                  </a:lnTo>
                  <a:lnTo>
                    <a:pt x="3195312" y="23449"/>
                  </a:lnTo>
                  <a:lnTo>
                    <a:pt x="3157697" y="10715"/>
                  </a:lnTo>
                  <a:lnTo>
                    <a:pt x="3118666" y="2977"/>
                  </a:lnTo>
                  <a:lnTo>
                    <a:pt x="307872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88396" y="3519722"/>
              <a:ext cx="3383915" cy="1829435"/>
            </a:xfrm>
            <a:custGeom>
              <a:avLst/>
              <a:gdLst/>
              <a:ahLst/>
              <a:cxnLst/>
              <a:rect l="l" t="t" r="r" b="b"/>
              <a:pathLst>
                <a:path w="338391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3078721" y="368"/>
                  </a:lnTo>
                  <a:lnTo>
                    <a:pt x="3118666" y="2977"/>
                  </a:lnTo>
                  <a:lnTo>
                    <a:pt x="3157697" y="10715"/>
                  </a:lnTo>
                  <a:lnTo>
                    <a:pt x="3195312" y="23449"/>
                  </a:lnTo>
                  <a:lnTo>
                    <a:pt x="3231006" y="41046"/>
                  </a:lnTo>
                  <a:lnTo>
                    <a:pt x="3264286" y="63394"/>
                  </a:lnTo>
                  <a:lnTo>
                    <a:pt x="3294229" y="89690"/>
                  </a:lnTo>
                  <a:lnTo>
                    <a:pt x="3320459" y="119563"/>
                  </a:lnTo>
                  <a:lnTo>
                    <a:pt x="3342601" y="152641"/>
                  </a:lnTo>
                  <a:lnTo>
                    <a:pt x="3360406" y="188541"/>
                  </a:lnTo>
                  <a:lnTo>
                    <a:pt x="3373250" y="226261"/>
                  </a:lnTo>
                  <a:lnTo>
                    <a:pt x="3381031" y="265332"/>
                  </a:lnTo>
                  <a:lnTo>
                    <a:pt x="3383648" y="305282"/>
                  </a:lnTo>
                  <a:lnTo>
                    <a:pt x="3383648" y="1524241"/>
                  </a:lnTo>
                  <a:lnTo>
                    <a:pt x="3381037" y="1564186"/>
                  </a:lnTo>
                  <a:lnTo>
                    <a:pt x="3373296" y="1603217"/>
                  </a:lnTo>
                  <a:lnTo>
                    <a:pt x="3360561" y="1640832"/>
                  </a:lnTo>
                  <a:lnTo>
                    <a:pt x="3342970" y="1676527"/>
                  </a:lnTo>
                  <a:lnTo>
                    <a:pt x="3320620" y="1709806"/>
                  </a:lnTo>
                  <a:lnTo>
                    <a:pt x="3294319" y="1739749"/>
                  </a:lnTo>
                  <a:lnTo>
                    <a:pt x="3264442" y="1765979"/>
                  </a:lnTo>
                  <a:lnTo>
                    <a:pt x="3231362" y="1788121"/>
                  </a:lnTo>
                  <a:lnTo>
                    <a:pt x="3195462" y="1805926"/>
                  </a:lnTo>
                  <a:lnTo>
                    <a:pt x="3157742" y="1818770"/>
                  </a:lnTo>
                  <a:lnTo>
                    <a:pt x="3118671" y="1826551"/>
                  </a:lnTo>
                  <a:lnTo>
                    <a:pt x="307872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666221" y="3956043"/>
            <a:ext cx="257365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630555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Skills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Communication,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teamwork,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problem-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solving,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coordination,</a:t>
            </a:r>
            <a:r>
              <a:rPr dirty="0" sz="1100" spc="1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professional conduct.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93164" y="3498107"/>
            <a:ext cx="3427729" cy="1918335"/>
            <a:chOff x="8093164" y="3498107"/>
            <a:chExt cx="3427729" cy="191833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164" y="3498107"/>
              <a:ext cx="3427196" cy="191809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137804" y="351972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63181" y="1709962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3033001" y="1829168"/>
                  </a:lnTo>
                  <a:lnTo>
                    <a:pt x="3072858" y="1826557"/>
                  </a:lnTo>
                  <a:lnTo>
                    <a:pt x="3111784" y="1818816"/>
                  </a:lnTo>
                  <a:lnTo>
                    <a:pt x="3149735" y="1805926"/>
                  </a:lnTo>
                  <a:lnTo>
                    <a:pt x="3185629" y="1788121"/>
                  </a:lnTo>
                  <a:lnTo>
                    <a:pt x="3218715" y="1765979"/>
                  </a:lnTo>
                  <a:lnTo>
                    <a:pt x="3248488" y="1739839"/>
                  </a:lnTo>
                  <a:lnTo>
                    <a:pt x="3274889" y="1709806"/>
                  </a:lnTo>
                  <a:lnTo>
                    <a:pt x="3297237" y="1676527"/>
                  </a:lnTo>
                  <a:lnTo>
                    <a:pt x="3314754" y="1640982"/>
                  </a:lnTo>
                  <a:lnTo>
                    <a:pt x="3327548" y="1603262"/>
                  </a:lnTo>
                  <a:lnTo>
                    <a:pt x="3335303" y="1564191"/>
                  </a:lnTo>
                  <a:lnTo>
                    <a:pt x="3337915" y="1524241"/>
                  </a:lnTo>
                  <a:lnTo>
                    <a:pt x="3337892" y="304926"/>
                  </a:lnTo>
                  <a:lnTo>
                    <a:pt x="3335299" y="265332"/>
                  </a:lnTo>
                  <a:lnTo>
                    <a:pt x="3327519" y="226261"/>
                  </a:lnTo>
                  <a:lnTo>
                    <a:pt x="3314678" y="188541"/>
                  </a:lnTo>
                  <a:lnTo>
                    <a:pt x="3296881" y="152641"/>
                  </a:lnTo>
                  <a:lnTo>
                    <a:pt x="3274733" y="119563"/>
                  </a:lnTo>
                  <a:lnTo>
                    <a:pt x="3248502" y="89690"/>
                  </a:lnTo>
                  <a:lnTo>
                    <a:pt x="3218559" y="63394"/>
                  </a:lnTo>
                  <a:lnTo>
                    <a:pt x="3185274" y="41046"/>
                  </a:lnTo>
                  <a:lnTo>
                    <a:pt x="3149585" y="23449"/>
                  </a:lnTo>
                  <a:lnTo>
                    <a:pt x="3111971" y="10715"/>
                  </a:lnTo>
                  <a:lnTo>
                    <a:pt x="3072940" y="2977"/>
                  </a:lnTo>
                  <a:lnTo>
                    <a:pt x="303300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37804" y="3519722"/>
              <a:ext cx="3338195" cy="1829435"/>
            </a:xfrm>
            <a:custGeom>
              <a:avLst/>
              <a:gdLst/>
              <a:ahLst/>
              <a:cxnLst/>
              <a:rect l="l" t="t" r="r" b="b"/>
              <a:pathLst>
                <a:path w="3338195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3033001" y="368"/>
                  </a:lnTo>
                  <a:lnTo>
                    <a:pt x="3072940" y="2977"/>
                  </a:lnTo>
                  <a:lnTo>
                    <a:pt x="3111971" y="10715"/>
                  </a:lnTo>
                  <a:lnTo>
                    <a:pt x="3149585" y="23449"/>
                  </a:lnTo>
                  <a:lnTo>
                    <a:pt x="3185274" y="41046"/>
                  </a:lnTo>
                  <a:lnTo>
                    <a:pt x="3218559" y="63394"/>
                  </a:lnTo>
                  <a:lnTo>
                    <a:pt x="3248502" y="89690"/>
                  </a:lnTo>
                  <a:lnTo>
                    <a:pt x="3274733" y="119563"/>
                  </a:lnTo>
                  <a:lnTo>
                    <a:pt x="3296881" y="152641"/>
                  </a:lnTo>
                  <a:lnTo>
                    <a:pt x="3314678" y="188541"/>
                  </a:lnTo>
                  <a:lnTo>
                    <a:pt x="3327519" y="226261"/>
                  </a:lnTo>
                  <a:lnTo>
                    <a:pt x="3335299" y="265332"/>
                  </a:lnTo>
                  <a:lnTo>
                    <a:pt x="3337915" y="305282"/>
                  </a:lnTo>
                  <a:lnTo>
                    <a:pt x="3337915" y="1524241"/>
                  </a:lnTo>
                  <a:lnTo>
                    <a:pt x="3335304" y="1564186"/>
                  </a:lnTo>
                  <a:lnTo>
                    <a:pt x="3327563" y="1603217"/>
                  </a:lnTo>
                  <a:lnTo>
                    <a:pt x="3314828" y="1640832"/>
                  </a:lnTo>
                  <a:lnTo>
                    <a:pt x="3297237" y="1676527"/>
                  </a:lnTo>
                  <a:lnTo>
                    <a:pt x="3274889" y="1709806"/>
                  </a:lnTo>
                  <a:lnTo>
                    <a:pt x="3248591" y="1739749"/>
                  </a:lnTo>
                  <a:lnTo>
                    <a:pt x="3218715" y="1765979"/>
                  </a:lnTo>
                  <a:lnTo>
                    <a:pt x="3185629" y="1788121"/>
                  </a:lnTo>
                  <a:lnTo>
                    <a:pt x="3149735" y="1805926"/>
                  </a:lnTo>
                  <a:lnTo>
                    <a:pt x="3112015" y="1818770"/>
                  </a:lnTo>
                  <a:lnTo>
                    <a:pt x="3072946" y="1826551"/>
                  </a:lnTo>
                  <a:lnTo>
                    <a:pt x="303300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415616" y="4039897"/>
            <a:ext cx="275907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574040">
              <a:lnSpc>
                <a:spcPct val="100000"/>
              </a:lnSpc>
              <a:spcBef>
                <a:spcPts val="990"/>
              </a:spcBef>
            </a:pP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Work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Environment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Remote-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environment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fieldwork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participation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when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role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requires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it.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5083" y="5693023"/>
            <a:ext cx="10925810" cy="1323975"/>
            <a:chOff x="595083" y="5693023"/>
            <a:chExt cx="10925810" cy="132397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5693023"/>
              <a:ext cx="10925276" cy="132374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9724" y="5714651"/>
              <a:ext cx="10836275" cy="1235075"/>
            </a:xfrm>
            <a:custGeom>
              <a:avLst/>
              <a:gdLst/>
              <a:ahLst/>
              <a:cxnLst/>
              <a:rect l="l" t="t" r="r" b="b"/>
              <a:pathLst>
                <a:path w="10836275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7079" y="1082109"/>
                  </a:lnTo>
                  <a:lnTo>
                    <a:pt x="7107" y="1082247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10630077" y="1234795"/>
                  </a:lnTo>
                  <a:lnTo>
                    <a:pt x="10656349" y="1233046"/>
                  </a:lnTo>
                  <a:lnTo>
                    <a:pt x="10656852" y="1233046"/>
                  </a:lnTo>
                  <a:lnTo>
                    <a:pt x="10708850" y="1219000"/>
                  </a:lnTo>
                  <a:lnTo>
                    <a:pt x="10755473" y="1192128"/>
                  </a:lnTo>
                  <a:lnTo>
                    <a:pt x="10793328" y="1154273"/>
                  </a:lnTo>
                  <a:lnTo>
                    <a:pt x="10820324" y="1107650"/>
                  </a:lnTo>
                  <a:lnTo>
                    <a:pt x="10834215" y="1055900"/>
                  </a:lnTo>
                  <a:lnTo>
                    <a:pt x="10834246" y="1055745"/>
                  </a:lnTo>
                  <a:lnTo>
                    <a:pt x="10835995" y="1028877"/>
                  </a:lnTo>
                  <a:lnTo>
                    <a:pt x="10835971" y="205917"/>
                  </a:lnTo>
                  <a:lnTo>
                    <a:pt x="10834196" y="179250"/>
                  </a:lnTo>
                  <a:lnTo>
                    <a:pt x="10820200" y="127501"/>
                  </a:lnTo>
                  <a:lnTo>
                    <a:pt x="10793328" y="80877"/>
                  </a:lnTo>
                  <a:lnTo>
                    <a:pt x="10755473" y="43023"/>
                  </a:lnTo>
                  <a:lnTo>
                    <a:pt x="10708798" y="16000"/>
                  </a:lnTo>
                  <a:lnTo>
                    <a:pt x="10656945" y="2105"/>
                  </a:lnTo>
                  <a:lnTo>
                    <a:pt x="1063007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9724" y="5714651"/>
              <a:ext cx="10836275" cy="1235075"/>
            </a:xfrm>
            <a:custGeom>
              <a:avLst/>
              <a:gdLst/>
              <a:ahLst/>
              <a:cxnLst/>
              <a:rect l="l" t="t" r="r" b="b"/>
              <a:pathLst>
                <a:path w="10836275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10630077" y="355"/>
                  </a:lnTo>
                  <a:lnTo>
                    <a:pt x="10683309" y="7331"/>
                  </a:lnTo>
                  <a:lnTo>
                    <a:pt x="10733036" y="28079"/>
                  </a:lnTo>
                  <a:lnTo>
                    <a:pt x="10775649" y="60701"/>
                  </a:lnTo>
                  <a:lnTo>
                    <a:pt x="10808271" y="103314"/>
                  </a:lnTo>
                  <a:lnTo>
                    <a:pt x="10828886" y="152903"/>
                  </a:lnTo>
                  <a:lnTo>
                    <a:pt x="10835995" y="206273"/>
                  </a:lnTo>
                  <a:lnTo>
                    <a:pt x="10835995" y="1028877"/>
                  </a:lnTo>
                  <a:lnTo>
                    <a:pt x="10834246" y="1055745"/>
                  </a:lnTo>
                  <a:lnTo>
                    <a:pt x="10829020" y="1082109"/>
                  </a:lnTo>
                  <a:lnTo>
                    <a:pt x="10808271" y="1131836"/>
                  </a:lnTo>
                  <a:lnTo>
                    <a:pt x="10775649" y="1174449"/>
                  </a:lnTo>
                  <a:lnTo>
                    <a:pt x="10733036" y="1207071"/>
                  </a:lnTo>
                  <a:lnTo>
                    <a:pt x="10683447" y="1227686"/>
                  </a:lnTo>
                  <a:lnTo>
                    <a:pt x="1063007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88746" y="5937840"/>
            <a:ext cx="1014730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226695">
              <a:lnSpc>
                <a:spcPct val="100000"/>
              </a:lnSpc>
              <a:spcBef>
                <a:spcPts val="990"/>
              </a:spcBef>
            </a:pP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Note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InAmigos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offer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letter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does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not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specify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particular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programming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language,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cloud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platform,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or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MLOps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toolchain;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therefore,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no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unsupported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tool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claims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are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included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here.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Production</a:t>
            </a:r>
            <a:r>
              <a:rPr dirty="0" spc="-170"/>
              <a:t> </a:t>
            </a:r>
            <a:r>
              <a:rPr dirty="0" spc="-135"/>
              <a:t>AI</a:t>
            </a:r>
            <a:r>
              <a:rPr dirty="0" spc="-175"/>
              <a:t> </a:t>
            </a:r>
            <a:r>
              <a:rPr dirty="0" spc="-135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1159" y="1349991"/>
            <a:ext cx="3335654" cy="1506855"/>
            <a:chOff x="641159" y="1349991"/>
            <a:chExt cx="3335654" cy="1506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159" y="1349991"/>
              <a:ext cx="3335401" cy="150625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580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300959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7934" y="1241861"/>
                  </a:lnTo>
                  <a:lnTo>
                    <a:pt x="31673" y="1299235"/>
                  </a:lnTo>
                  <a:lnTo>
                    <a:pt x="69073" y="1348108"/>
                  </a:lnTo>
                  <a:lnTo>
                    <a:pt x="118084" y="1385646"/>
                  </a:lnTo>
                  <a:lnTo>
                    <a:pt x="175091" y="1409312"/>
                  </a:lnTo>
                  <a:lnTo>
                    <a:pt x="236156" y="1417319"/>
                  </a:lnTo>
                  <a:lnTo>
                    <a:pt x="3009963" y="1416964"/>
                  </a:lnTo>
                  <a:lnTo>
                    <a:pt x="3071028" y="1408950"/>
                  </a:lnTo>
                  <a:lnTo>
                    <a:pt x="3128035" y="1385277"/>
                  </a:lnTo>
                  <a:lnTo>
                    <a:pt x="3176908" y="1347884"/>
                  </a:lnTo>
                  <a:lnTo>
                    <a:pt x="3214446" y="1298879"/>
                  </a:lnTo>
                  <a:lnTo>
                    <a:pt x="3237988" y="1242228"/>
                  </a:lnTo>
                  <a:lnTo>
                    <a:pt x="3238112" y="1241861"/>
                  </a:lnTo>
                  <a:lnTo>
                    <a:pt x="3244034" y="1212017"/>
                  </a:lnTo>
                  <a:lnTo>
                    <a:pt x="3244107" y="1211649"/>
                  </a:lnTo>
                  <a:lnTo>
                    <a:pt x="3246095" y="1181163"/>
                  </a:lnTo>
                  <a:lnTo>
                    <a:pt x="3245764" y="236156"/>
                  </a:lnTo>
                  <a:lnTo>
                    <a:pt x="3237750" y="175091"/>
                  </a:lnTo>
                  <a:lnTo>
                    <a:pt x="3214077" y="118084"/>
                  </a:lnTo>
                  <a:lnTo>
                    <a:pt x="3176684" y="69211"/>
                  </a:lnTo>
                  <a:lnTo>
                    <a:pt x="3127679" y="31673"/>
                  </a:lnTo>
                  <a:lnTo>
                    <a:pt x="3070661" y="8007"/>
                  </a:lnTo>
                  <a:lnTo>
                    <a:pt x="3040449" y="2012"/>
                  </a:lnTo>
                  <a:lnTo>
                    <a:pt x="300959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80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009595" y="0"/>
                  </a:lnTo>
                  <a:lnTo>
                    <a:pt x="3070661" y="8007"/>
                  </a:lnTo>
                  <a:lnTo>
                    <a:pt x="3127679" y="31673"/>
                  </a:lnTo>
                  <a:lnTo>
                    <a:pt x="3176684" y="69211"/>
                  </a:lnTo>
                  <a:lnTo>
                    <a:pt x="3214077" y="118084"/>
                  </a:lnTo>
                  <a:lnTo>
                    <a:pt x="3237750" y="175091"/>
                  </a:lnTo>
                  <a:lnTo>
                    <a:pt x="3245764" y="236156"/>
                  </a:lnTo>
                  <a:lnTo>
                    <a:pt x="3246120" y="1180795"/>
                  </a:lnTo>
                  <a:lnTo>
                    <a:pt x="3244107" y="1211649"/>
                  </a:lnTo>
                  <a:lnTo>
                    <a:pt x="3238112" y="1241861"/>
                  </a:lnTo>
                  <a:lnTo>
                    <a:pt x="3214446" y="1298879"/>
                  </a:lnTo>
                  <a:lnTo>
                    <a:pt x="3176908" y="1347884"/>
                  </a:lnTo>
                  <a:lnTo>
                    <a:pt x="3128035" y="1385277"/>
                  </a:lnTo>
                  <a:lnTo>
                    <a:pt x="3071028" y="1408950"/>
                  </a:lnTo>
                  <a:lnTo>
                    <a:pt x="3009963" y="1416964"/>
                  </a:lnTo>
                  <a:lnTo>
                    <a:pt x="236156" y="1417319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43457" y="1601996"/>
            <a:ext cx="250253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AI </a:t>
            </a:r>
            <a:r>
              <a:rPr dirty="0" sz="1400" spc="-105">
                <a:solidFill>
                  <a:srgbClr val="10224B"/>
                </a:solidFill>
                <a:latin typeface="Arial Black"/>
                <a:cs typeface="Arial Black"/>
              </a:rPr>
              <a:t>Knowledge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Layer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1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concepts</a:t>
            </a:r>
            <a:r>
              <a:rPr dirty="0" sz="1100" spc="1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understanding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related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selected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25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profile.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35919" y="1349991"/>
            <a:ext cx="3335654" cy="1506855"/>
            <a:chOff x="4435919" y="1349991"/>
            <a:chExt cx="3335654" cy="15068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919" y="1349991"/>
              <a:ext cx="3335400" cy="15062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8056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300959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7934" y="1241861"/>
                  </a:lnTo>
                  <a:lnTo>
                    <a:pt x="31673" y="1299235"/>
                  </a:lnTo>
                  <a:lnTo>
                    <a:pt x="69073" y="1348108"/>
                  </a:lnTo>
                  <a:lnTo>
                    <a:pt x="118084" y="1385646"/>
                  </a:lnTo>
                  <a:lnTo>
                    <a:pt x="175091" y="1409312"/>
                  </a:lnTo>
                  <a:lnTo>
                    <a:pt x="236156" y="1417319"/>
                  </a:lnTo>
                  <a:lnTo>
                    <a:pt x="3009963" y="1416964"/>
                  </a:lnTo>
                  <a:lnTo>
                    <a:pt x="3071028" y="1408950"/>
                  </a:lnTo>
                  <a:lnTo>
                    <a:pt x="3128035" y="1385277"/>
                  </a:lnTo>
                  <a:lnTo>
                    <a:pt x="3176908" y="1347884"/>
                  </a:lnTo>
                  <a:lnTo>
                    <a:pt x="3214446" y="1298879"/>
                  </a:lnTo>
                  <a:lnTo>
                    <a:pt x="3237988" y="1242228"/>
                  </a:lnTo>
                  <a:lnTo>
                    <a:pt x="3238112" y="1241861"/>
                  </a:lnTo>
                  <a:lnTo>
                    <a:pt x="3244034" y="1212017"/>
                  </a:lnTo>
                  <a:lnTo>
                    <a:pt x="3244107" y="1211649"/>
                  </a:lnTo>
                  <a:lnTo>
                    <a:pt x="3246095" y="1181163"/>
                  </a:lnTo>
                  <a:lnTo>
                    <a:pt x="3245764" y="236156"/>
                  </a:lnTo>
                  <a:lnTo>
                    <a:pt x="3237750" y="175091"/>
                  </a:lnTo>
                  <a:lnTo>
                    <a:pt x="3214077" y="118084"/>
                  </a:lnTo>
                  <a:lnTo>
                    <a:pt x="3176684" y="69211"/>
                  </a:lnTo>
                  <a:lnTo>
                    <a:pt x="3127679" y="31673"/>
                  </a:lnTo>
                  <a:lnTo>
                    <a:pt x="3070661" y="8007"/>
                  </a:lnTo>
                  <a:lnTo>
                    <a:pt x="3040449" y="2012"/>
                  </a:lnTo>
                  <a:lnTo>
                    <a:pt x="300959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48056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009595" y="0"/>
                  </a:lnTo>
                  <a:lnTo>
                    <a:pt x="3070661" y="8007"/>
                  </a:lnTo>
                  <a:lnTo>
                    <a:pt x="3127679" y="31673"/>
                  </a:lnTo>
                  <a:lnTo>
                    <a:pt x="3176684" y="69211"/>
                  </a:lnTo>
                  <a:lnTo>
                    <a:pt x="3214077" y="118084"/>
                  </a:lnTo>
                  <a:lnTo>
                    <a:pt x="3237750" y="175091"/>
                  </a:lnTo>
                  <a:lnTo>
                    <a:pt x="3245764" y="236156"/>
                  </a:lnTo>
                  <a:lnTo>
                    <a:pt x="3246119" y="1180795"/>
                  </a:lnTo>
                  <a:lnTo>
                    <a:pt x="3244107" y="1211649"/>
                  </a:lnTo>
                  <a:lnTo>
                    <a:pt x="3238112" y="1241861"/>
                  </a:lnTo>
                  <a:lnTo>
                    <a:pt x="3214446" y="1298879"/>
                  </a:lnTo>
                  <a:lnTo>
                    <a:pt x="3176908" y="1347884"/>
                  </a:lnTo>
                  <a:lnTo>
                    <a:pt x="3128035" y="1385277"/>
                  </a:lnTo>
                  <a:lnTo>
                    <a:pt x="3071028" y="1408950"/>
                  </a:lnTo>
                  <a:lnTo>
                    <a:pt x="3009963" y="1416964"/>
                  </a:lnTo>
                  <a:lnTo>
                    <a:pt x="236156" y="1417319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738217" y="1685879"/>
            <a:ext cx="257556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914400">
              <a:lnSpc>
                <a:spcPct val="100000"/>
              </a:lnSpc>
              <a:spcBef>
                <a:spcPts val="990"/>
              </a:spcBef>
            </a:pPr>
            <a:r>
              <a:rPr dirty="0" sz="1400" spc="-165">
                <a:solidFill>
                  <a:srgbClr val="10224B"/>
                </a:solidFill>
                <a:latin typeface="Arial Black"/>
                <a:cs typeface="Arial Black"/>
              </a:rPr>
              <a:t>Task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Layer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completed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part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of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internship.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30679" y="1349991"/>
            <a:ext cx="3335654" cy="1506855"/>
            <a:chOff x="8230679" y="1349991"/>
            <a:chExt cx="3335654" cy="15068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0679" y="1349991"/>
              <a:ext cx="3335401" cy="15062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7532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300959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19"/>
                  </a:lnTo>
                  <a:lnTo>
                    <a:pt x="3009963" y="1416964"/>
                  </a:lnTo>
                  <a:lnTo>
                    <a:pt x="3071028" y="1408950"/>
                  </a:lnTo>
                  <a:lnTo>
                    <a:pt x="3128035" y="1385277"/>
                  </a:lnTo>
                  <a:lnTo>
                    <a:pt x="3176908" y="1347884"/>
                  </a:lnTo>
                  <a:lnTo>
                    <a:pt x="3214446" y="1298879"/>
                  </a:lnTo>
                  <a:lnTo>
                    <a:pt x="3237988" y="1242228"/>
                  </a:lnTo>
                  <a:lnTo>
                    <a:pt x="3238112" y="1241861"/>
                  </a:lnTo>
                  <a:lnTo>
                    <a:pt x="3244034" y="1212017"/>
                  </a:lnTo>
                  <a:lnTo>
                    <a:pt x="3244107" y="1211649"/>
                  </a:lnTo>
                  <a:lnTo>
                    <a:pt x="3246095" y="1181163"/>
                  </a:lnTo>
                  <a:lnTo>
                    <a:pt x="3245764" y="236156"/>
                  </a:lnTo>
                  <a:lnTo>
                    <a:pt x="3237750" y="175091"/>
                  </a:lnTo>
                  <a:lnTo>
                    <a:pt x="3214077" y="118084"/>
                  </a:lnTo>
                  <a:lnTo>
                    <a:pt x="3176684" y="69211"/>
                  </a:lnTo>
                  <a:lnTo>
                    <a:pt x="3127679" y="31673"/>
                  </a:lnTo>
                  <a:lnTo>
                    <a:pt x="3070661" y="8007"/>
                  </a:lnTo>
                  <a:lnTo>
                    <a:pt x="3040449" y="2012"/>
                  </a:lnTo>
                  <a:lnTo>
                    <a:pt x="300959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275320" y="1371606"/>
              <a:ext cx="3246120" cy="1417320"/>
            </a:xfrm>
            <a:custGeom>
              <a:avLst/>
              <a:gdLst/>
              <a:ahLst/>
              <a:cxnLst/>
              <a:rect l="l" t="t" r="r" b="b"/>
              <a:pathLst>
                <a:path w="324612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009595" y="0"/>
                  </a:lnTo>
                  <a:lnTo>
                    <a:pt x="3070661" y="8007"/>
                  </a:lnTo>
                  <a:lnTo>
                    <a:pt x="3127679" y="31673"/>
                  </a:lnTo>
                  <a:lnTo>
                    <a:pt x="3176684" y="69211"/>
                  </a:lnTo>
                  <a:lnTo>
                    <a:pt x="3214077" y="118084"/>
                  </a:lnTo>
                  <a:lnTo>
                    <a:pt x="3237750" y="175091"/>
                  </a:lnTo>
                  <a:lnTo>
                    <a:pt x="3245764" y="236156"/>
                  </a:lnTo>
                  <a:lnTo>
                    <a:pt x="3246120" y="1180795"/>
                  </a:lnTo>
                  <a:lnTo>
                    <a:pt x="3244107" y="1211649"/>
                  </a:lnTo>
                  <a:lnTo>
                    <a:pt x="3238112" y="1241861"/>
                  </a:lnTo>
                  <a:lnTo>
                    <a:pt x="3214446" y="1298879"/>
                  </a:lnTo>
                  <a:lnTo>
                    <a:pt x="3176908" y="1347884"/>
                  </a:lnTo>
                  <a:lnTo>
                    <a:pt x="3128035" y="1385277"/>
                  </a:lnTo>
                  <a:lnTo>
                    <a:pt x="3071028" y="1408950"/>
                  </a:lnTo>
                  <a:lnTo>
                    <a:pt x="3009963" y="1416964"/>
                  </a:lnTo>
                  <a:lnTo>
                    <a:pt x="236156" y="1417319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532977" y="1601996"/>
            <a:ext cx="226885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990"/>
              </a:spcBef>
            </a:pP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r>
              <a:rPr dirty="0" sz="1400" spc="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Layer</a:t>
            </a:r>
            <a:endParaRPr sz="1400">
              <a:latin typeface="Arial Black"/>
              <a:cs typeface="Arial Black"/>
            </a:endParaRPr>
          </a:p>
          <a:p>
            <a:pPr marL="12700" marR="66675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meetings,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discussions,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coordinated 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37685" y="1738801"/>
            <a:ext cx="427355" cy="674370"/>
            <a:chOff x="3937685" y="1738801"/>
            <a:chExt cx="427355" cy="67437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685" y="1738801"/>
              <a:ext cx="427316" cy="6739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77639" y="1755730"/>
              <a:ext cx="347980" cy="594360"/>
            </a:xfrm>
            <a:custGeom>
              <a:avLst/>
              <a:gdLst/>
              <a:ahLst/>
              <a:cxnLst/>
              <a:rect l="l" t="t" r="r" b="b"/>
              <a:pathLst>
                <a:path w="347979" h="594360">
                  <a:moveTo>
                    <a:pt x="173520" y="0"/>
                  </a:moveTo>
                  <a:lnTo>
                    <a:pt x="0" y="0"/>
                  </a:lnTo>
                  <a:lnTo>
                    <a:pt x="173520" y="296989"/>
                  </a:lnTo>
                  <a:lnTo>
                    <a:pt x="0" y="594359"/>
                  </a:lnTo>
                  <a:lnTo>
                    <a:pt x="173520" y="594359"/>
                  </a:lnTo>
                  <a:lnTo>
                    <a:pt x="347395" y="296989"/>
                  </a:lnTo>
                  <a:lnTo>
                    <a:pt x="173520" y="0"/>
                  </a:lnTo>
                  <a:close/>
                </a:path>
              </a:pathLst>
            </a:custGeom>
            <a:solidFill>
              <a:srgbClr val="5499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7732445" y="1738801"/>
            <a:ext cx="427355" cy="674370"/>
            <a:chOff x="7732445" y="1738801"/>
            <a:chExt cx="427355" cy="67437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2445" y="1738801"/>
              <a:ext cx="427316" cy="6739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72400" y="1755730"/>
              <a:ext cx="347980" cy="594360"/>
            </a:xfrm>
            <a:custGeom>
              <a:avLst/>
              <a:gdLst/>
              <a:ahLst/>
              <a:cxnLst/>
              <a:rect l="l" t="t" r="r" b="b"/>
              <a:pathLst>
                <a:path w="347979" h="594360">
                  <a:moveTo>
                    <a:pt x="173520" y="0"/>
                  </a:moveTo>
                  <a:lnTo>
                    <a:pt x="0" y="0"/>
                  </a:lnTo>
                  <a:lnTo>
                    <a:pt x="173520" y="296989"/>
                  </a:lnTo>
                  <a:lnTo>
                    <a:pt x="0" y="594359"/>
                  </a:lnTo>
                  <a:lnTo>
                    <a:pt x="173520" y="594359"/>
                  </a:lnTo>
                  <a:lnTo>
                    <a:pt x="347395" y="296989"/>
                  </a:lnTo>
                  <a:lnTo>
                    <a:pt x="173520" y="0"/>
                  </a:lnTo>
                  <a:close/>
                </a:path>
              </a:pathLst>
            </a:custGeom>
            <a:solidFill>
              <a:srgbClr val="5499D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1051915" y="3680987"/>
            <a:ext cx="4662170" cy="1918335"/>
            <a:chOff x="1051915" y="3680987"/>
            <a:chExt cx="4662170" cy="191833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1915" y="3680987"/>
              <a:ext cx="4661636" cy="191809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96556" y="3702602"/>
              <a:ext cx="4572635" cy="1829435"/>
            </a:xfrm>
            <a:custGeom>
              <a:avLst/>
              <a:gdLst/>
              <a:ahLst/>
              <a:cxnLst/>
              <a:rect l="l" t="t" r="r" b="b"/>
              <a:pathLst>
                <a:path w="4572635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6" y="1829168"/>
                  </a:lnTo>
                  <a:lnTo>
                    <a:pt x="4267441" y="1829168"/>
                  </a:lnTo>
                  <a:lnTo>
                    <a:pt x="4307303" y="1826557"/>
                  </a:lnTo>
                  <a:lnTo>
                    <a:pt x="4346231" y="1818816"/>
                  </a:lnTo>
                  <a:lnTo>
                    <a:pt x="4384182" y="1805926"/>
                  </a:lnTo>
                  <a:lnTo>
                    <a:pt x="4420082" y="1788121"/>
                  </a:lnTo>
                  <a:lnTo>
                    <a:pt x="4453162" y="1765979"/>
                  </a:lnTo>
                  <a:lnTo>
                    <a:pt x="4482936" y="1739839"/>
                  </a:lnTo>
                  <a:lnTo>
                    <a:pt x="4509340" y="1709806"/>
                  </a:lnTo>
                  <a:lnTo>
                    <a:pt x="4531690" y="1676527"/>
                  </a:lnTo>
                  <a:lnTo>
                    <a:pt x="4549207" y="1640982"/>
                  </a:lnTo>
                  <a:lnTo>
                    <a:pt x="4562001" y="1603262"/>
                  </a:lnTo>
                  <a:lnTo>
                    <a:pt x="4569756" y="1564191"/>
                  </a:lnTo>
                  <a:lnTo>
                    <a:pt x="4572368" y="1524241"/>
                  </a:lnTo>
                  <a:lnTo>
                    <a:pt x="4572345" y="304926"/>
                  </a:lnTo>
                  <a:lnTo>
                    <a:pt x="4569751" y="265332"/>
                  </a:lnTo>
                  <a:lnTo>
                    <a:pt x="4561970" y="226261"/>
                  </a:lnTo>
                  <a:lnTo>
                    <a:pt x="4549126" y="188541"/>
                  </a:lnTo>
                  <a:lnTo>
                    <a:pt x="4531321" y="152641"/>
                  </a:lnTo>
                  <a:lnTo>
                    <a:pt x="4509179" y="119563"/>
                  </a:lnTo>
                  <a:lnTo>
                    <a:pt x="4482949" y="89690"/>
                  </a:lnTo>
                  <a:lnTo>
                    <a:pt x="4453006" y="63394"/>
                  </a:lnTo>
                  <a:lnTo>
                    <a:pt x="4419727" y="41046"/>
                  </a:lnTo>
                  <a:lnTo>
                    <a:pt x="4384032" y="23449"/>
                  </a:lnTo>
                  <a:lnTo>
                    <a:pt x="4346417" y="10715"/>
                  </a:lnTo>
                  <a:lnTo>
                    <a:pt x="4307386" y="2977"/>
                  </a:lnTo>
                  <a:lnTo>
                    <a:pt x="426744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96556" y="3702602"/>
              <a:ext cx="4572635" cy="1829435"/>
            </a:xfrm>
            <a:custGeom>
              <a:avLst/>
              <a:gdLst/>
              <a:ahLst/>
              <a:cxnLst/>
              <a:rect l="l" t="t" r="r" b="b"/>
              <a:pathLst>
                <a:path w="4572635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267441" y="368"/>
                  </a:lnTo>
                  <a:lnTo>
                    <a:pt x="4307386" y="2977"/>
                  </a:lnTo>
                  <a:lnTo>
                    <a:pt x="4346417" y="10715"/>
                  </a:lnTo>
                  <a:lnTo>
                    <a:pt x="4384032" y="23449"/>
                  </a:lnTo>
                  <a:lnTo>
                    <a:pt x="4419727" y="41046"/>
                  </a:lnTo>
                  <a:lnTo>
                    <a:pt x="4453006" y="63394"/>
                  </a:lnTo>
                  <a:lnTo>
                    <a:pt x="4482949" y="89690"/>
                  </a:lnTo>
                  <a:lnTo>
                    <a:pt x="4509179" y="119563"/>
                  </a:lnTo>
                  <a:lnTo>
                    <a:pt x="4531321" y="152641"/>
                  </a:lnTo>
                  <a:lnTo>
                    <a:pt x="4549126" y="188541"/>
                  </a:lnTo>
                  <a:lnTo>
                    <a:pt x="4561970" y="226261"/>
                  </a:lnTo>
                  <a:lnTo>
                    <a:pt x="4569751" y="265332"/>
                  </a:lnTo>
                  <a:lnTo>
                    <a:pt x="4572368" y="305282"/>
                  </a:lnTo>
                  <a:lnTo>
                    <a:pt x="4572368" y="1524241"/>
                  </a:lnTo>
                  <a:lnTo>
                    <a:pt x="4569757" y="1564186"/>
                  </a:lnTo>
                  <a:lnTo>
                    <a:pt x="4562016" y="1603217"/>
                  </a:lnTo>
                  <a:lnTo>
                    <a:pt x="4549281" y="1640832"/>
                  </a:lnTo>
                  <a:lnTo>
                    <a:pt x="4531690" y="1676527"/>
                  </a:lnTo>
                  <a:lnTo>
                    <a:pt x="4509340" y="1709806"/>
                  </a:lnTo>
                  <a:lnTo>
                    <a:pt x="4483039" y="1739749"/>
                  </a:lnTo>
                  <a:lnTo>
                    <a:pt x="4453162" y="1765979"/>
                  </a:lnTo>
                  <a:lnTo>
                    <a:pt x="4420082" y="1788121"/>
                  </a:lnTo>
                  <a:lnTo>
                    <a:pt x="4384182" y="1805926"/>
                  </a:lnTo>
                  <a:lnTo>
                    <a:pt x="4346462" y="1818770"/>
                  </a:lnTo>
                  <a:lnTo>
                    <a:pt x="4307391" y="1826551"/>
                  </a:lnTo>
                  <a:lnTo>
                    <a:pt x="4267441" y="1829168"/>
                  </a:lnTo>
                  <a:lnTo>
                    <a:pt x="304926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374381" y="4222777"/>
            <a:ext cx="389318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830580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Responsibility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Timely,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efficient,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careful,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responsible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of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while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following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organizational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expectations.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446875" y="3680987"/>
            <a:ext cx="4662170" cy="1918335"/>
            <a:chOff x="6446875" y="3680987"/>
            <a:chExt cx="4662170" cy="191833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6875" y="3680987"/>
              <a:ext cx="4661636" cy="191809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491515" y="3702602"/>
              <a:ext cx="4572635" cy="1829435"/>
            </a:xfrm>
            <a:custGeom>
              <a:avLst/>
              <a:gdLst/>
              <a:ahLst/>
              <a:cxnLst/>
              <a:rect l="l" t="t" r="r" b="b"/>
              <a:pathLst>
                <a:path w="4572634" h="1829435">
                  <a:moveTo>
                    <a:pt x="305282" y="0"/>
                  </a:moveTo>
                  <a:lnTo>
                    <a:pt x="265332" y="2616"/>
                  </a:lnTo>
                  <a:lnTo>
                    <a:pt x="226261" y="10398"/>
                  </a:lnTo>
                  <a:lnTo>
                    <a:pt x="188541" y="23242"/>
                  </a:lnTo>
                  <a:lnTo>
                    <a:pt x="152641" y="41046"/>
                  </a:lnTo>
                  <a:lnTo>
                    <a:pt x="119563" y="63189"/>
                  </a:lnTo>
                  <a:lnTo>
                    <a:pt x="89690" y="89419"/>
                  </a:lnTo>
                  <a:lnTo>
                    <a:pt x="63394" y="119361"/>
                  </a:lnTo>
                  <a:lnTo>
                    <a:pt x="41046" y="152641"/>
                  </a:lnTo>
                  <a:lnTo>
                    <a:pt x="23449" y="188335"/>
                  </a:lnTo>
                  <a:lnTo>
                    <a:pt x="10715" y="225950"/>
                  </a:lnTo>
                  <a:lnTo>
                    <a:pt x="2977" y="264982"/>
                  </a:lnTo>
                  <a:lnTo>
                    <a:pt x="368" y="304926"/>
                  </a:lnTo>
                  <a:lnTo>
                    <a:pt x="0" y="1524241"/>
                  </a:lnTo>
                  <a:lnTo>
                    <a:pt x="2616" y="1564191"/>
                  </a:lnTo>
                  <a:lnTo>
                    <a:pt x="10398" y="1603262"/>
                  </a:lnTo>
                  <a:lnTo>
                    <a:pt x="23191" y="1640832"/>
                  </a:lnTo>
                  <a:lnTo>
                    <a:pt x="23242" y="1640982"/>
                  </a:lnTo>
                  <a:lnTo>
                    <a:pt x="41046" y="1676882"/>
                  </a:lnTo>
                  <a:lnTo>
                    <a:pt x="63084" y="1709806"/>
                  </a:lnTo>
                  <a:lnTo>
                    <a:pt x="63189" y="1709962"/>
                  </a:lnTo>
                  <a:lnTo>
                    <a:pt x="89419" y="1739839"/>
                  </a:lnTo>
                  <a:lnTo>
                    <a:pt x="119361" y="1766140"/>
                  </a:lnTo>
                  <a:lnTo>
                    <a:pt x="152641" y="1788490"/>
                  </a:lnTo>
                  <a:lnTo>
                    <a:pt x="188335" y="1806081"/>
                  </a:lnTo>
                  <a:lnTo>
                    <a:pt x="225950" y="1818816"/>
                  </a:lnTo>
                  <a:lnTo>
                    <a:pt x="264982" y="1826557"/>
                  </a:lnTo>
                  <a:lnTo>
                    <a:pt x="304927" y="1829168"/>
                  </a:lnTo>
                  <a:lnTo>
                    <a:pt x="4267441" y="1829168"/>
                  </a:lnTo>
                  <a:lnTo>
                    <a:pt x="4307303" y="1826557"/>
                  </a:lnTo>
                  <a:lnTo>
                    <a:pt x="4346231" y="1818816"/>
                  </a:lnTo>
                  <a:lnTo>
                    <a:pt x="4384182" y="1805926"/>
                  </a:lnTo>
                  <a:lnTo>
                    <a:pt x="4420082" y="1788121"/>
                  </a:lnTo>
                  <a:lnTo>
                    <a:pt x="4453162" y="1765979"/>
                  </a:lnTo>
                  <a:lnTo>
                    <a:pt x="4482936" y="1739839"/>
                  </a:lnTo>
                  <a:lnTo>
                    <a:pt x="4509340" y="1709806"/>
                  </a:lnTo>
                  <a:lnTo>
                    <a:pt x="4531690" y="1676527"/>
                  </a:lnTo>
                  <a:lnTo>
                    <a:pt x="4549207" y="1640982"/>
                  </a:lnTo>
                  <a:lnTo>
                    <a:pt x="4549281" y="1640832"/>
                  </a:lnTo>
                  <a:lnTo>
                    <a:pt x="4562001" y="1603262"/>
                  </a:lnTo>
                  <a:lnTo>
                    <a:pt x="4569756" y="1564191"/>
                  </a:lnTo>
                  <a:lnTo>
                    <a:pt x="4572368" y="1524241"/>
                  </a:lnTo>
                  <a:lnTo>
                    <a:pt x="4572345" y="304926"/>
                  </a:lnTo>
                  <a:lnTo>
                    <a:pt x="4569751" y="265332"/>
                  </a:lnTo>
                  <a:lnTo>
                    <a:pt x="4561970" y="226261"/>
                  </a:lnTo>
                  <a:lnTo>
                    <a:pt x="4549126" y="188541"/>
                  </a:lnTo>
                  <a:lnTo>
                    <a:pt x="4531321" y="152641"/>
                  </a:lnTo>
                  <a:lnTo>
                    <a:pt x="4509179" y="119563"/>
                  </a:lnTo>
                  <a:lnTo>
                    <a:pt x="4482949" y="89690"/>
                  </a:lnTo>
                  <a:lnTo>
                    <a:pt x="4453006" y="63394"/>
                  </a:lnTo>
                  <a:lnTo>
                    <a:pt x="4419727" y="41046"/>
                  </a:lnTo>
                  <a:lnTo>
                    <a:pt x="4384032" y="23449"/>
                  </a:lnTo>
                  <a:lnTo>
                    <a:pt x="4346417" y="10715"/>
                  </a:lnTo>
                  <a:lnTo>
                    <a:pt x="4307386" y="2977"/>
                  </a:lnTo>
                  <a:lnTo>
                    <a:pt x="4267441" y="368"/>
                  </a:lnTo>
                  <a:lnTo>
                    <a:pt x="3052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91515" y="3702602"/>
              <a:ext cx="4572635" cy="1829435"/>
            </a:xfrm>
            <a:custGeom>
              <a:avLst/>
              <a:gdLst/>
              <a:ahLst/>
              <a:cxnLst/>
              <a:rect l="l" t="t" r="r" b="b"/>
              <a:pathLst>
                <a:path w="4572634" h="1829435">
                  <a:moveTo>
                    <a:pt x="368" y="304926"/>
                  </a:moveTo>
                  <a:lnTo>
                    <a:pt x="2977" y="264982"/>
                  </a:lnTo>
                  <a:lnTo>
                    <a:pt x="10715" y="225950"/>
                  </a:lnTo>
                  <a:lnTo>
                    <a:pt x="23449" y="188335"/>
                  </a:lnTo>
                  <a:lnTo>
                    <a:pt x="41046" y="152641"/>
                  </a:lnTo>
                  <a:lnTo>
                    <a:pt x="63394" y="119361"/>
                  </a:lnTo>
                  <a:lnTo>
                    <a:pt x="89690" y="89419"/>
                  </a:lnTo>
                  <a:lnTo>
                    <a:pt x="119563" y="63189"/>
                  </a:lnTo>
                  <a:lnTo>
                    <a:pt x="152641" y="41046"/>
                  </a:lnTo>
                  <a:lnTo>
                    <a:pt x="188541" y="23242"/>
                  </a:lnTo>
                  <a:lnTo>
                    <a:pt x="226261" y="10398"/>
                  </a:lnTo>
                  <a:lnTo>
                    <a:pt x="265332" y="2616"/>
                  </a:lnTo>
                  <a:lnTo>
                    <a:pt x="305282" y="0"/>
                  </a:lnTo>
                  <a:lnTo>
                    <a:pt x="4267441" y="368"/>
                  </a:lnTo>
                  <a:lnTo>
                    <a:pt x="4307386" y="2977"/>
                  </a:lnTo>
                  <a:lnTo>
                    <a:pt x="4346417" y="10715"/>
                  </a:lnTo>
                  <a:lnTo>
                    <a:pt x="4384032" y="23449"/>
                  </a:lnTo>
                  <a:lnTo>
                    <a:pt x="4419727" y="41046"/>
                  </a:lnTo>
                  <a:lnTo>
                    <a:pt x="4453006" y="63394"/>
                  </a:lnTo>
                  <a:lnTo>
                    <a:pt x="4482949" y="89690"/>
                  </a:lnTo>
                  <a:lnTo>
                    <a:pt x="4509179" y="119563"/>
                  </a:lnTo>
                  <a:lnTo>
                    <a:pt x="4531321" y="152641"/>
                  </a:lnTo>
                  <a:lnTo>
                    <a:pt x="4549126" y="188541"/>
                  </a:lnTo>
                  <a:lnTo>
                    <a:pt x="4561970" y="226261"/>
                  </a:lnTo>
                  <a:lnTo>
                    <a:pt x="4569751" y="265332"/>
                  </a:lnTo>
                  <a:lnTo>
                    <a:pt x="4572368" y="305282"/>
                  </a:lnTo>
                  <a:lnTo>
                    <a:pt x="4572368" y="1524241"/>
                  </a:lnTo>
                  <a:lnTo>
                    <a:pt x="4569757" y="1564186"/>
                  </a:lnTo>
                  <a:lnTo>
                    <a:pt x="4562016" y="1603217"/>
                  </a:lnTo>
                  <a:lnTo>
                    <a:pt x="4549281" y="1640832"/>
                  </a:lnTo>
                  <a:lnTo>
                    <a:pt x="4531690" y="1676527"/>
                  </a:lnTo>
                  <a:lnTo>
                    <a:pt x="4509340" y="1709806"/>
                  </a:lnTo>
                  <a:lnTo>
                    <a:pt x="4483039" y="1739749"/>
                  </a:lnTo>
                  <a:lnTo>
                    <a:pt x="4453162" y="1765979"/>
                  </a:lnTo>
                  <a:lnTo>
                    <a:pt x="4420082" y="1788121"/>
                  </a:lnTo>
                  <a:lnTo>
                    <a:pt x="4384182" y="1805926"/>
                  </a:lnTo>
                  <a:lnTo>
                    <a:pt x="4346462" y="1818770"/>
                  </a:lnTo>
                  <a:lnTo>
                    <a:pt x="4307391" y="1826551"/>
                  </a:lnTo>
                  <a:lnTo>
                    <a:pt x="4267441" y="1829168"/>
                  </a:lnTo>
                  <a:lnTo>
                    <a:pt x="304927" y="1829168"/>
                  </a:lnTo>
                  <a:lnTo>
                    <a:pt x="264982" y="1826557"/>
                  </a:lnTo>
                  <a:lnTo>
                    <a:pt x="225950" y="1818816"/>
                  </a:lnTo>
                  <a:lnTo>
                    <a:pt x="188335" y="1806081"/>
                  </a:lnTo>
                  <a:lnTo>
                    <a:pt x="152641" y="1788490"/>
                  </a:lnTo>
                  <a:lnTo>
                    <a:pt x="119361" y="1766140"/>
                  </a:lnTo>
                  <a:lnTo>
                    <a:pt x="89419" y="1739839"/>
                  </a:lnTo>
                  <a:lnTo>
                    <a:pt x="63189" y="1709962"/>
                  </a:lnTo>
                  <a:lnTo>
                    <a:pt x="41046" y="1676882"/>
                  </a:lnTo>
                  <a:lnTo>
                    <a:pt x="23242" y="1640982"/>
                  </a:lnTo>
                  <a:lnTo>
                    <a:pt x="10398" y="1603262"/>
                  </a:lnTo>
                  <a:lnTo>
                    <a:pt x="2616" y="1564191"/>
                  </a:lnTo>
                  <a:lnTo>
                    <a:pt x="0" y="1524241"/>
                  </a:lnTo>
                  <a:lnTo>
                    <a:pt x="368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769341" y="4138923"/>
            <a:ext cx="3917950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09040">
              <a:lnSpc>
                <a:spcPct val="100000"/>
              </a:lnSpc>
              <a:spcBef>
                <a:spcPts val="990"/>
              </a:spcBef>
            </a:pPr>
            <a:r>
              <a:rPr dirty="0" sz="1400" spc="-105">
                <a:solidFill>
                  <a:srgbClr val="10224B"/>
                </a:solidFill>
                <a:latin typeface="Arial Black"/>
                <a:cs typeface="Arial Black"/>
              </a:rPr>
              <a:t>Practical</a:t>
            </a: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Exposure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Experience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gained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task-based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learning,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teamwork,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interaction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primarily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remote</a:t>
            </a:r>
            <a:r>
              <a:rPr dirty="0" sz="1100" spc="-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environment.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0803" y="6150223"/>
            <a:ext cx="10925810" cy="1141095"/>
            <a:chOff x="640803" y="6150223"/>
            <a:chExt cx="10925810" cy="114109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803" y="6150223"/>
              <a:ext cx="10925276" cy="114086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85444" y="6171851"/>
              <a:ext cx="10836275" cy="1052195"/>
            </a:xfrm>
            <a:custGeom>
              <a:avLst/>
              <a:gdLst/>
              <a:ahLst/>
              <a:cxnLst/>
              <a:rect l="l" t="t" r="r" b="b"/>
              <a:pathLst>
                <a:path w="10836275" h="1052195">
                  <a:moveTo>
                    <a:pt x="175679" y="0"/>
                  </a:moveTo>
                  <a:lnTo>
                    <a:pt x="130136" y="6029"/>
                  </a:lnTo>
                  <a:lnTo>
                    <a:pt x="87833" y="23393"/>
                  </a:lnTo>
                  <a:lnTo>
                    <a:pt x="51611" y="51431"/>
                  </a:lnTo>
                  <a:lnTo>
                    <a:pt x="23761" y="87833"/>
                  </a:lnTo>
                  <a:lnTo>
                    <a:pt x="6244" y="130136"/>
                  </a:lnTo>
                  <a:lnTo>
                    <a:pt x="355" y="175310"/>
                  </a:lnTo>
                  <a:lnTo>
                    <a:pt x="0" y="876592"/>
                  </a:lnTo>
                  <a:lnTo>
                    <a:pt x="1516" y="899427"/>
                  </a:lnTo>
                  <a:lnTo>
                    <a:pt x="1529" y="899633"/>
                  </a:lnTo>
                  <a:lnTo>
                    <a:pt x="13242" y="943470"/>
                  </a:lnTo>
                  <a:lnTo>
                    <a:pt x="36248" y="983509"/>
                  </a:lnTo>
                  <a:lnTo>
                    <a:pt x="68706" y="1015717"/>
                  </a:lnTo>
                  <a:lnTo>
                    <a:pt x="108439" y="1038697"/>
                  </a:lnTo>
                  <a:lnTo>
                    <a:pt x="152482" y="1050435"/>
                  </a:lnTo>
                  <a:lnTo>
                    <a:pt x="175310" y="1051915"/>
                  </a:lnTo>
                  <a:lnTo>
                    <a:pt x="10660672" y="1051915"/>
                  </a:lnTo>
                  <a:lnTo>
                    <a:pt x="10682960" y="1050435"/>
                  </a:lnTo>
                  <a:lnTo>
                    <a:pt x="10683463" y="1050435"/>
                  </a:lnTo>
                  <a:lnTo>
                    <a:pt x="10727905" y="1038547"/>
                  </a:lnTo>
                  <a:lnTo>
                    <a:pt x="10767506" y="1015717"/>
                  </a:lnTo>
                  <a:lnTo>
                    <a:pt x="10799797" y="983203"/>
                  </a:lnTo>
                  <a:lnTo>
                    <a:pt x="10822777" y="943470"/>
                  </a:lnTo>
                  <a:lnTo>
                    <a:pt x="10829992" y="922134"/>
                  </a:lnTo>
                  <a:lnTo>
                    <a:pt x="10830098" y="921821"/>
                  </a:lnTo>
                  <a:lnTo>
                    <a:pt x="10834474" y="899633"/>
                  </a:lnTo>
                  <a:lnTo>
                    <a:pt x="10834515" y="899427"/>
                  </a:lnTo>
                  <a:lnTo>
                    <a:pt x="10835995" y="876592"/>
                  </a:lnTo>
                  <a:lnTo>
                    <a:pt x="10835971" y="175310"/>
                  </a:lnTo>
                  <a:lnTo>
                    <a:pt x="10829964" y="130136"/>
                  </a:lnTo>
                  <a:lnTo>
                    <a:pt x="10812589" y="87833"/>
                  </a:lnTo>
                  <a:lnTo>
                    <a:pt x="10784560" y="51611"/>
                  </a:lnTo>
                  <a:lnTo>
                    <a:pt x="10748149" y="23761"/>
                  </a:lnTo>
                  <a:lnTo>
                    <a:pt x="10705901" y="6253"/>
                  </a:lnTo>
                  <a:lnTo>
                    <a:pt x="10660672" y="355"/>
                  </a:lnTo>
                  <a:lnTo>
                    <a:pt x="17567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5444" y="6171851"/>
              <a:ext cx="10836275" cy="1052195"/>
            </a:xfrm>
            <a:custGeom>
              <a:avLst/>
              <a:gdLst/>
              <a:ahLst/>
              <a:cxnLst/>
              <a:rect l="l" t="t" r="r" b="b"/>
              <a:pathLst>
                <a:path w="10836275" h="1052195">
                  <a:moveTo>
                    <a:pt x="355" y="175310"/>
                  </a:moveTo>
                  <a:lnTo>
                    <a:pt x="1835" y="152482"/>
                  </a:lnTo>
                  <a:lnTo>
                    <a:pt x="6253" y="130090"/>
                  </a:lnTo>
                  <a:lnTo>
                    <a:pt x="23761" y="87833"/>
                  </a:lnTo>
                  <a:lnTo>
                    <a:pt x="51611" y="51431"/>
                  </a:lnTo>
                  <a:lnTo>
                    <a:pt x="87833" y="23393"/>
                  </a:lnTo>
                  <a:lnTo>
                    <a:pt x="130136" y="6029"/>
                  </a:lnTo>
                  <a:lnTo>
                    <a:pt x="175679" y="0"/>
                  </a:lnTo>
                  <a:lnTo>
                    <a:pt x="10660672" y="355"/>
                  </a:lnTo>
                  <a:lnTo>
                    <a:pt x="10705901" y="6253"/>
                  </a:lnTo>
                  <a:lnTo>
                    <a:pt x="10748149" y="23761"/>
                  </a:lnTo>
                  <a:lnTo>
                    <a:pt x="10784560" y="51611"/>
                  </a:lnTo>
                  <a:lnTo>
                    <a:pt x="10812589" y="87833"/>
                  </a:lnTo>
                  <a:lnTo>
                    <a:pt x="10829964" y="130136"/>
                  </a:lnTo>
                  <a:lnTo>
                    <a:pt x="10835995" y="175679"/>
                  </a:lnTo>
                  <a:lnTo>
                    <a:pt x="10835995" y="876592"/>
                  </a:lnTo>
                  <a:lnTo>
                    <a:pt x="10834515" y="899427"/>
                  </a:lnTo>
                  <a:lnTo>
                    <a:pt x="10830098" y="921821"/>
                  </a:lnTo>
                  <a:lnTo>
                    <a:pt x="10812589" y="964069"/>
                  </a:lnTo>
                  <a:lnTo>
                    <a:pt x="10784739" y="1000480"/>
                  </a:lnTo>
                  <a:lnTo>
                    <a:pt x="10748518" y="1028509"/>
                  </a:lnTo>
                  <a:lnTo>
                    <a:pt x="10706214" y="1045884"/>
                  </a:lnTo>
                  <a:lnTo>
                    <a:pt x="10660672" y="1051915"/>
                  </a:lnTo>
                  <a:lnTo>
                    <a:pt x="175310" y="1051915"/>
                  </a:lnTo>
                  <a:lnTo>
                    <a:pt x="130090" y="1046018"/>
                  </a:lnTo>
                  <a:lnTo>
                    <a:pt x="87833" y="1028509"/>
                  </a:lnTo>
                  <a:lnTo>
                    <a:pt x="51431" y="1000659"/>
                  </a:lnTo>
                  <a:lnTo>
                    <a:pt x="23393" y="964437"/>
                  </a:lnTo>
                  <a:lnTo>
                    <a:pt x="6029" y="922134"/>
                  </a:lnTo>
                  <a:lnTo>
                    <a:pt x="0" y="876592"/>
                  </a:lnTo>
                  <a:lnTo>
                    <a:pt x="355" y="17531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25461" y="6387483"/>
            <a:ext cx="6816090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r" marR="1062355">
              <a:lnSpc>
                <a:spcPct val="100000"/>
              </a:lnSpc>
              <a:spcBef>
                <a:spcPts val="990"/>
              </a:spcBef>
            </a:pP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Overall</a:t>
            </a: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Flow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</a:t>
            </a:r>
            <a:r>
              <a:rPr dirty="0" sz="1100" spc="1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learning</a:t>
            </a:r>
            <a:r>
              <a:rPr dirty="0" sz="1100" spc="2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95">
                <a:solidFill>
                  <a:srgbClr val="182231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85">
                <a:solidFill>
                  <a:srgbClr val="18223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activities</a:t>
            </a:r>
            <a:r>
              <a:rPr dirty="0" sz="1100" spc="2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95">
                <a:solidFill>
                  <a:srgbClr val="182231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55">
                <a:solidFill>
                  <a:srgbClr val="18223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collaboration</a:t>
            </a:r>
            <a:r>
              <a:rPr dirty="0" sz="1100" spc="25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95">
                <a:solidFill>
                  <a:srgbClr val="182231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40">
                <a:solidFill>
                  <a:srgbClr val="18223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responsible</a:t>
            </a:r>
            <a:r>
              <a:rPr dirty="0" sz="1100" spc="1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2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90">
                <a:solidFill>
                  <a:srgbClr val="182231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05">
                <a:solidFill>
                  <a:srgbClr val="182231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1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development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1296" y="352342"/>
            <a:ext cx="5072380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Curriculum</a:t>
            </a:r>
            <a:r>
              <a:rPr dirty="0" spc="-155"/>
              <a:t> Timeline </a:t>
            </a:r>
            <a:r>
              <a:rPr dirty="0" spc="-170"/>
              <a:t>(Week</a:t>
            </a:r>
            <a:r>
              <a:rPr dirty="0" spc="-160"/>
              <a:t> </a:t>
            </a:r>
            <a:r>
              <a:rPr dirty="0" spc="-85"/>
              <a:t>1)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303915"/>
            <a:ext cx="5301615" cy="2009775"/>
            <a:chOff x="595083" y="1303915"/>
            <a:chExt cx="5301615" cy="2009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303915"/>
              <a:ext cx="5301361" cy="20091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325531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4891671" y="0"/>
                  </a:moveTo>
                  <a:lnTo>
                    <a:pt x="320040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1" y="1826544"/>
                  </a:lnTo>
                  <a:lnTo>
                    <a:pt x="124999" y="1854093"/>
                  </a:lnTo>
                  <a:lnTo>
                    <a:pt x="159829" y="1877390"/>
                  </a:lnTo>
                  <a:lnTo>
                    <a:pt x="197624" y="1895931"/>
                  </a:lnTo>
                  <a:lnTo>
                    <a:pt x="237239" y="1909344"/>
                  </a:lnTo>
                  <a:lnTo>
                    <a:pt x="278201" y="1917493"/>
                  </a:lnTo>
                  <a:lnTo>
                    <a:pt x="320040" y="1920239"/>
                  </a:lnTo>
                  <a:lnTo>
                    <a:pt x="4892040" y="1919871"/>
                  </a:lnTo>
                  <a:lnTo>
                    <a:pt x="4933872" y="1917127"/>
                  </a:lnTo>
                  <a:lnTo>
                    <a:pt x="4974793" y="1908983"/>
                  </a:lnTo>
                  <a:lnTo>
                    <a:pt x="5014294" y="1895574"/>
                  </a:lnTo>
                  <a:lnTo>
                    <a:pt x="5051869" y="1877034"/>
                  </a:lnTo>
                  <a:lnTo>
                    <a:pt x="5086918" y="1853741"/>
                  </a:lnTo>
                  <a:lnTo>
                    <a:pt x="5118384" y="1826228"/>
                  </a:lnTo>
                  <a:lnTo>
                    <a:pt x="5145933" y="1794867"/>
                  </a:lnTo>
                  <a:lnTo>
                    <a:pt x="5169230" y="1760029"/>
                  </a:lnTo>
                  <a:lnTo>
                    <a:pt x="5187667" y="1722454"/>
                  </a:lnTo>
                  <a:lnTo>
                    <a:pt x="5187771" y="1722241"/>
                  </a:lnTo>
                  <a:lnTo>
                    <a:pt x="5201075" y="1682953"/>
                  </a:lnTo>
                  <a:lnTo>
                    <a:pt x="5201184" y="1682630"/>
                  </a:lnTo>
                  <a:lnTo>
                    <a:pt x="5209261" y="1642032"/>
                  </a:lnTo>
                  <a:lnTo>
                    <a:pt x="5209333" y="1641670"/>
                  </a:lnTo>
                  <a:lnTo>
                    <a:pt x="5212055" y="1600200"/>
                  </a:lnTo>
                  <a:lnTo>
                    <a:pt x="5212080" y="1599831"/>
                  </a:lnTo>
                  <a:lnTo>
                    <a:pt x="5211711" y="320040"/>
                  </a:lnTo>
                  <a:lnTo>
                    <a:pt x="5208967" y="278207"/>
                  </a:lnTo>
                  <a:lnTo>
                    <a:pt x="5200823" y="237285"/>
                  </a:lnTo>
                  <a:lnTo>
                    <a:pt x="5187414" y="197780"/>
                  </a:lnTo>
                  <a:lnTo>
                    <a:pt x="5168874" y="160197"/>
                  </a:lnTo>
                  <a:lnTo>
                    <a:pt x="5145581" y="125154"/>
                  </a:lnTo>
                  <a:lnTo>
                    <a:pt x="5118068" y="93687"/>
                  </a:lnTo>
                  <a:lnTo>
                    <a:pt x="5086707" y="66136"/>
                  </a:lnTo>
                  <a:lnTo>
                    <a:pt x="5051869" y="42837"/>
                  </a:lnTo>
                  <a:lnTo>
                    <a:pt x="5014081" y="24297"/>
                  </a:lnTo>
                  <a:lnTo>
                    <a:pt x="4974470" y="10888"/>
                  </a:lnTo>
                  <a:lnTo>
                    <a:pt x="4933510" y="2744"/>
                  </a:lnTo>
                  <a:lnTo>
                    <a:pt x="489167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724" y="1325531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0" y="320040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40" y="0"/>
                  </a:lnTo>
                  <a:lnTo>
                    <a:pt x="4891671" y="0"/>
                  </a:lnTo>
                  <a:lnTo>
                    <a:pt x="4933510" y="2744"/>
                  </a:lnTo>
                  <a:lnTo>
                    <a:pt x="4974470" y="10888"/>
                  </a:lnTo>
                  <a:lnTo>
                    <a:pt x="5014081" y="24297"/>
                  </a:lnTo>
                  <a:lnTo>
                    <a:pt x="5051869" y="42837"/>
                  </a:lnTo>
                  <a:lnTo>
                    <a:pt x="5086707" y="66136"/>
                  </a:lnTo>
                  <a:lnTo>
                    <a:pt x="5118068" y="93687"/>
                  </a:lnTo>
                  <a:lnTo>
                    <a:pt x="5145581" y="125154"/>
                  </a:lnTo>
                  <a:lnTo>
                    <a:pt x="5168874" y="160197"/>
                  </a:lnTo>
                  <a:lnTo>
                    <a:pt x="5187414" y="197780"/>
                  </a:lnTo>
                  <a:lnTo>
                    <a:pt x="5200823" y="237285"/>
                  </a:lnTo>
                  <a:lnTo>
                    <a:pt x="5208967" y="278207"/>
                  </a:lnTo>
                  <a:lnTo>
                    <a:pt x="5211711" y="320040"/>
                  </a:lnTo>
                  <a:lnTo>
                    <a:pt x="5212080" y="1599831"/>
                  </a:lnTo>
                  <a:lnTo>
                    <a:pt x="5209333" y="1641670"/>
                  </a:lnTo>
                  <a:lnTo>
                    <a:pt x="5201184" y="1682630"/>
                  </a:lnTo>
                  <a:lnTo>
                    <a:pt x="5187771" y="1722241"/>
                  </a:lnTo>
                  <a:lnTo>
                    <a:pt x="5169230" y="1760029"/>
                  </a:lnTo>
                  <a:lnTo>
                    <a:pt x="5145933" y="1794867"/>
                  </a:lnTo>
                  <a:lnTo>
                    <a:pt x="5118384" y="1826228"/>
                  </a:lnTo>
                  <a:lnTo>
                    <a:pt x="5086918" y="1853741"/>
                  </a:lnTo>
                  <a:lnTo>
                    <a:pt x="5051869" y="1877034"/>
                  </a:lnTo>
                  <a:lnTo>
                    <a:pt x="5014294" y="1895574"/>
                  </a:lnTo>
                  <a:lnTo>
                    <a:pt x="4974793" y="1908983"/>
                  </a:lnTo>
                  <a:lnTo>
                    <a:pt x="4933872" y="1917127"/>
                  </a:lnTo>
                  <a:lnTo>
                    <a:pt x="4892040" y="1919871"/>
                  </a:lnTo>
                  <a:lnTo>
                    <a:pt x="320040" y="1920239"/>
                  </a:lnTo>
                  <a:lnTo>
                    <a:pt x="278201" y="1917493"/>
                  </a:lnTo>
                  <a:lnTo>
                    <a:pt x="237239" y="1909344"/>
                  </a:lnTo>
                  <a:lnTo>
                    <a:pt x="197624" y="1895931"/>
                  </a:lnTo>
                  <a:lnTo>
                    <a:pt x="159829" y="1877390"/>
                  </a:lnTo>
                  <a:lnTo>
                    <a:pt x="124999" y="1854093"/>
                  </a:lnTo>
                  <a:lnTo>
                    <a:pt x="93641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4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21854" y="1807204"/>
            <a:ext cx="460692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72390">
              <a:lnSpc>
                <a:spcPct val="100000"/>
              </a:lnSpc>
              <a:spcBef>
                <a:spcPts val="990"/>
              </a:spcBef>
            </a:pPr>
            <a:r>
              <a:rPr dirty="0" sz="1400" spc="-100">
                <a:solidFill>
                  <a:srgbClr val="10224B"/>
                </a:solidFill>
                <a:latin typeface="Arial Black"/>
                <a:cs typeface="Arial Black"/>
              </a:rPr>
              <a:t>Week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10224B"/>
                </a:solidFill>
                <a:latin typeface="Arial Black"/>
                <a:cs typeface="Arial Black"/>
              </a:rPr>
              <a:t>1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0224B"/>
                </a:solidFill>
                <a:latin typeface="Arial Black"/>
                <a:cs typeface="Arial Black"/>
              </a:rPr>
              <a:t>—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Orientation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10224B"/>
                </a:solidFill>
                <a:latin typeface="Arial Black"/>
                <a:cs typeface="Arial Black"/>
              </a:rPr>
              <a:t>&amp;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AI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Focus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Understand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role,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responsibilities,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expectations,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the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domain.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Begin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participate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meetings,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discussions,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18644" y="1303915"/>
            <a:ext cx="5301615" cy="2009775"/>
            <a:chOff x="6218644" y="1303915"/>
            <a:chExt cx="5301615" cy="20097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8644" y="1303915"/>
              <a:ext cx="5301361" cy="20091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263284" y="1325531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4891671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40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1" y="1826544"/>
                  </a:lnTo>
                  <a:lnTo>
                    <a:pt x="124999" y="1854093"/>
                  </a:lnTo>
                  <a:lnTo>
                    <a:pt x="159829" y="1877390"/>
                  </a:lnTo>
                  <a:lnTo>
                    <a:pt x="197624" y="1895931"/>
                  </a:lnTo>
                  <a:lnTo>
                    <a:pt x="237239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4892039" y="1919871"/>
                  </a:lnTo>
                  <a:lnTo>
                    <a:pt x="4933872" y="1917127"/>
                  </a:lnTo>
                  <a:lnTo>
                    <a:pt x="4974793" y="1908983"/>
                  </a:lnTo>
                  <a:lnTo>
                    <a:pt x="5014294" y="1895574"/>
                  </a:lnTo>
                  <a:lnTo>
                    <a:pt x="5051869" y="1877034"/>
                  </a:lnTo>
                  <a:lnTo>
                    <a:pt x="5086918" y="1853741"/>
                  </a:lnTo>
                  <a:lnTo>
                    <a:pt x="5118384" y="1826228"/>
                  </a:lnTo>
                  <a:lnTo>
                    <a:pt x="5145933" y="1794867"/>
                  </a:lnTo>
                  <a:lnTo>
                    <a:pt x="5169230" y="1760029"/>
                  </a:lnTo>
                  <a:lnTo>
                    <a:pt x="5187667" y="1722454"/>
                  </a:lnTo>
                  <a:lnTo>
                    <a:pt x="5187771" y="1722241"/>
                  </a:lnTo>
                  <a:lnTo>
                    <a:pt x="5201075" y="1682953"/>
                  </a:lnTo>
                  <a:lnTo>
                    <a:pt x="5201184" y="1682630"/>
                  </a:lnTo>
                  <a:lnTo>
                    <a:pt x="5209261" y="1642032"/>
                  </a:lnTo>
                  <a:lnTo>
                    <a:pt x="5209333" y="1641670"/>
                  </a:lnTo>
                  <a:lnTo>
                    <a:pt x="5212055" y="1600200"/>
                  </a:lnTo>
                  <a:lnTo>
                    <a:pt x="5212080" y="1599831"/>
                  </a:lnTo>
                  <a:lnTo>
                    <a:pt x="5211711" y="320040"/>
                  </a:lnTo>
                  <a:lnTo>
                    <a:pt x="5208967" y="278207"/>
                  </a:lnTo>
                  <a:lnTo>
                    <a:pt x="5200823" y="237285"/>
                  </a:lnTo>
                  <a:lnTo>
                    <a:pt x="5187414" y="197780"/>
                  </a:lnTo>
                  <a:lnTo>
                    <a:pt x="5168874" y="160197"/>
                  </a:lnTo>
                  <a:lnTo>
                    <a:pt x="5145581" y="125154"/>
                  </a:lnTo>
                  <a:lnTo>
                    <a:pt x="5118068" y="93687"/>
                  </a:lnTo>
                  <a:lnTo>
                    <a:pt x="5086707" y="66136"/>
                  </a:lnTo>
                  <a:lnTo>
                    <a:pt x="5051869" y="42837"/>
                  </a:lnTo>
                  <a:lnTo>
                    <a:pt x="5014081" y="24297"/>
                  </a:lnTo>
                  <a:lnTo>
                    <a:pt x="4974470" y="10888"/>
                  </a:lnTo>
                  <a:lnTo>
                    <a:pt x="4933510" y="2744"/>
                  </a:lnTo>
                  <a:lnTo>
                    <a:pt x="489167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63284" y="1325531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0" y="320040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4891671" y="0"/>
                  </a:lnTo>
                  <a:lnTo>
                    <a:pt x="4933510" y="2744"/>
                  </a:lnTo>
                  <a:lnTo>
                    <a:pt x="4974470" y="10888"/>
                  </a:lnTo>
                  <a:lnTo>
                    <a:pt x="5014081" y="24297"/>
                  </a:lnTo>
                  <a:lnTo>
                    <a:pt x="5051869" y="42837"/>
                  </a:lnTo>
                  <a:lnTo>
                    <a:pt x="5086707" y="66136"/>
                  </a:lnTo>
                  <a:lnTo>
                    <a:pt x="5118068" y="93687"/>
                  </a:lnTo>
                  <a:lnTo>
                    <a:pt x="5145581" y="125154"/>
                  </a:lnTo>
                  <a:lnTo>
                    <a:pt x="5168874" y="160197"/>
                  </a:lnTo>
                  <a:lnTo>
                    <a:pt x="5187414" y="197780"/>
                  </a:lnTo>
                  <a:lnTo>
                    <a:pt x="5200823" y="237285"/>
                  </a:lnTo>
                  <a:lnTo>
                    <a:pt x="5208967" y="278207"/>
                  </a:lnTo>
                  <a:lnTo>
                    <a:pt x="5211711" y="320040"/>
                  </a:lnTo>
                  <a:lnTo>
                    <a:pt x="5212080" y="1599831"/>
                  </a:lnTo>
                  <a:lnTo>
                    <a:pt x="5209333" y="1641670"/>
                  </a:lnTo>
                  <a:lnTo>
                    <a:pt x="5201184" y="1682630"/>
                  </a:lnTo>
                  <a:lnTo>
                    <a:pt x="5187771" y="1722241"/>
                  </a:lnTo>
                  <a:lnTo>
                    <a:pt x="5169230" y="1760029"/>
                  </a:lnTo>
                  <a:lnTo>
                    <a:pt x="5145933" y="1794867"/>
                  </a:lnTo>
                  <a:lnTo>
                    <a:pt x="5118384" y="1826228"/>
                  </a:lnTo>
                  <a:lnTo>
                    <a:pt x="5086918" y="1853741"/>
                  </a:lnTo>
                  <a:lnTo>
                    <a:pt x="5051869" y="1877034"/>
                  </a:lnTo>
                  <a:lnTo>
                    <a:pt x="5014294" y="1895574"/>
                  </a:lnTo>
                  <a:lnTo>
                    <a:pt x="4974793" y="1908983"/>
                  </a:lnTo>
                  <a:lnTo>
                    <a:pt x="4933872" y="1917127"/>
                  </a:lnTo>
                  <a:lnTo>
                    <a:pt x="4892039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39" y="1909344"/>
                  </a:lnTo>
                  <a:lnTo>
                    <a:pt x="197624" y="1895931"/>
                  </a:lnTo>
                  <a:lnTo>
                    <a:pt x="159829" y="1877390"/>
                  </a:lnTo>
                  <a:lnTo>
                    <a:pt x="124999" y="1854093"/>
                  </a:lnTo>
                  <a:lnTo>
                    <a:pt x="93641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40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545415" y="1807204"/>
            <a:ext cx="4448175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231775">
              <a:lnSpc>
                <a:spcPct val="100000"/>
              </a:lnSpc>
              <a:spcBef>
                <a:spcPts val="990"/>
              </a:spcBef>
            </a:pPr>
            <a:r>
              <a:rPr dirty="0" sz="1400" spc="-95">
                <a:solidFill>
                  <a:srgbClr val="10224B"/>
                </a:solidFill>
                <a:latin typeface="Arial Black"/>
                <a:cs typeface="Arial Black"/>
              </a:rPr>
              <a:t>Assigned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65">
                <a:solidFill>
                  <a:srgbClr val="10224B"/>
                </a:solidFill>
                <a:latin typeface="Arial Black"/>
                <a:cs typeface="Arial Black"/>
              </a:rPr>
              <a:t>Tasks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0">
                <a:solidFill>
                  <a:srgbClr val="10224B"/>
                </a:solidFill>
                <a:latin typeface="Arial Black"/>
                <a:cs typeface="Arial Black"/>
              </a:rPr>
              <a:t>&amp;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activities,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communicate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team,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build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skills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through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responsible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task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execution</a:t>
            </a:r>
            <a:r>
              <a:rPr dirty="0" sz="1100" spc="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82231"/>
                </a:solidFill>
                <a:latin typeface="Arial MT"/>
                <a:cs typeface="Arial MT"/>
              </a:rPr>
              <a:t>and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collaboration.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083" y="3635267"/>
            <a:ext cx="10925810" cy="1918335"/>
            <a:chOff x="595083" y="3635267"/>
            <a:chExt cx="10925810" cy="191833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3635267"/>
              <a:ext cx="10925276" cy="19180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9724" y="365688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7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23231" y="164098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10531081" y="1829168"/>
                  </a:lnTo>
                  <a:lnTo>
                    <a:pt x="10570938" y="1826557"/>
                  </a:lnTo>
                  <a:lnTo>
                    <a:pt x="10609864" y="1818816"/>
                  </a:lnTo>
                  <a:lnTo>
                    <a:pt x="10647815" y="1805926"/>
                  </a:lnTo>
                  <a:lnTo>
                    <a:pt x="10683709" y="1788121"/>
                  </a:lnTo>
                  <a:lnTo>
                    <a:pt x="10716795" y="1765979"/>
                  </a:lnTo>
                  <a:lnTo>
                    <a:pt x="10746568" y="1739839"/>
                  </a:lnTo>
                  <a:lnTo>
                    <a:pt x="10772969" y="1709806"/>
                  </a:lnTo>
                  <a:lnTo>
                    <a:pt x="10795317" y="1676527"/>
                  </a:lnTo>
                  <a:lnTo>
                    <a:pt x="10812834" y="1640982"/>
                  </a:lnTo>
                  <a:lnTo>
                    <a:pt x="10825628" y="1603262"/>
                  </a:lnTo>
                  <a:lnTo>
                    <a:pt x="10833383" y="1564191"/>
                  </a:lnTo>
                  <a:lnTo>
                    <a:pt x="10835995" y="1524241"/>
                  </a:lnTo>
                  <a:lnTo>
                    <a:pt x="10835972" y="304927"/>
                  </a:lnTo>
                  <a:lnTo>
                    <a:pt x="10833379" y="265332"/>
                  </a:lnTo>
                  <a:lnTo>
                    <a:pt x="10825599" y="226261"/>
                  </a:lnTo>
                  <a:lnTo>
                    <a:pt x="10812758" y="188541"/>
                  </a:lnTo>
                  <a:lnTo>
                    <a:pt x="10794961" y="152641"/>
                  </a:lnTo>
                  <a:lnTo>
                    <a:pt x="10772813" y="119563"/>
                  </a:lnTo>
                  <a:lnTo>
                    <a:pt x="10746582" y="89690"/>
                  </a:lnTo>
                  <a:lnTo>
                    <a:pt x="10716639" y="63394"/>
                  </a:lnTo>
                  <a:lnTo>
                    <a:pt x="10683354" y="41046"/>
                  </a:lnTo>
                  <a:lnTo>
                    <a:pt x="10647665" y="23449"/>
                  </a:lnTo>
                  <a:lnTo>
                    <a:pt x="10610051" y="10715"/>
                  </a:lnTo>
                  <a:lnTo>
                    <a:pt x="10571020" y="2977"/>
                  </a:lnTo>
                  <a:lnTo>
                    <a:pt x="1053108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724" y="365688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55" y="304927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10531081" y="368"/>
                  </a:lnTo>
                  <a:lnTo>
                    <a:pt x="10571020" y="2977"/>
                  </a:lnTo>
                  <a:lnTo>
                    <a:pt x="10610051" y="10715"/>
                  </a:lnTo>
                  <a:lnTo>
                    <a:pt x="10647665" y="23449"/>
                  </a:lnTo>
                  <a:lnTo>
                    <a:pt x="10683354" y="41046"/>
                  </a:lnTo>
                  <a:lnTo>
                    <a:pt x="10716639" y="63394"/>
                  </a:lnTo>
                  <a:lnTo>
                    <a:pt x="10746582" y="89690"/>
                  </a:lnTo>
                  <a:lnTo>
                    <a:pt x="10772813" y="119563"/>
                  </a:lnTo>
                  <a:lnTo>
                    <a:pt x="10794961" y="152641"/>
                  </a:lnTo>
                  <a:lnTo>
                    <a:pt x="10812758" y="188541"/>
                  </a:lnTo>
                  <a:lnTo>
                    <a:pt x="10825599" y="226261"/>
                  </a:lnTo>
                  <a:lnTo>
                    <a:pt x="10833379" y="265332"/>
                  </a:lnTo>
                  <a:lnTo>
                    <a:pt x="10835995" y="305282"/>
                  </a:lnTo>
                  <a:lnTo>
                    <a:pt x="10835995" y="1524241"/>
                  </a:lnTo>
                  <a:lnTo>
                    <a:pt x="10833384" y="1564186"/>
                  </a:lnTo>
                  <a:lnTo>
                    <a:pt x="10825643" y="1603217"/>
                  </a:lnTo>
                  <a:lnTo>
                    <a:pt x="10812908" y="1640832"/>
                  </a:lnTo>
                  <a:lnTo>
                    <a:pt x="10795317" y="1676527"/>
                  </a:lnTo>
                  <a:lnTo>
                    <a:pt x="10772969" y="1709806"/>
                  </a:lnTo>
                  <a:lnTo>
                    <a:pt x="10746671" y="1739749"/>
                  </a:lnTo>
                  <a:lnTo>
                    <a:pt x="10716795" y="1765979"/>
                  </a:lnTo>
                  <a:lnTo>
                    <a:pt x="10683709" y="1788121"/>
                  </a:lnTo>
                  <a:lnTo>
                    <a:pt x="10647815" y="1805926"/>
                  </a:lnTo>
                  <a:lnTo>
                    <a:pt x="10610095" y="1818770"/>
                  </a:lnTo>
                  <a:lnTo>
                    <a:pt x="10571026" y="1826551"/>
                  </a:lnTo>
                  <a:lnTo>
                    <a:pt x="1053108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7536" y="4260957"/>
            <a:ext cx="10129520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185420">
              <a:lnSpc>
                <a:spcPct val="100000"/>
              </a:lnSpc>
              <a:spcBef>
                <a:spcPts val="990"/>
              </a:spcBef>
            </a:pP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Internship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Structure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begins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2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orientation,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understanding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responsibilities,</a:t>
            </a:r>
            <a:r>
              <a:rPr dirty="0" sz="1100" spc="2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AI-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domain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exposure,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2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commencement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of</a:t>
            </a:r>
            <a:r>
              <a:rPr dirty="0" sz="1100" spc="2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2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tasks.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439" y="5784831"/>
            <a:ext cx="10925175" cy="1232535"/>
            <a:chOff x="595439" y="5784831"/>
            <a:chExt cx="10925175" cy="123253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439" y="5784831"/>
              <a:ext cx="10924921" cy="12319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0079" y="5806446"/>
              <a:ext cx="10835640" cy="1143000"/>
            </a:xfrm>
            <a:custGeom>
              <a:avLst/>
              <a:gdLst/>
              <a:ahLst/>
              <a:cxnLst/>
              <a:rect l="l" t="t" r="r" b="b"/>
              <a:pathLst>
                <a:path w="10835640" h="1143000">
                  <a:moveTo>
                    <a:pt x="10644835" y="0"/>
                  </a:moveTo>
                  <a:lnTo>
                    <a:pt x="190436" y="0"/>
                  </a:lnTo>
                  <a:lnTo>
                    <a:pt x="165514" y="1613"/>
                  </a:lnTo>
                  <a:lnTo>
                    <a:pt x="117695" y="14428"/>
                  </a:lnTo>
                  <a:lnTo>
                    <a:pt x="74511" y="39363"/>
                  </a:lnTo>
                  <a:lnTo>
                    <a:pt x="39363" y="74362"/>
                  </a:lnTo>
                  <a:lnTo>
                    <a:pt x="14428" y="117539"/>
                  </a:lnTo>
                  <a:lnTo>
                    <a:pt x="1613" y="165514"/>
                  </a:lnTo>
                  <a:lnTo>
                    <a:pt x="0" y="190436"/>
                  </a:lnTo>
                  <a:lnTo>
                    <a:pt x="0" y="952563"/>
                  </a:lnTo>
                  <a:lnTo>
                    <a:pt x="1590" y="977129"/>
                  </a:lnTo>
                  <a:lnTo>
                    <a:pt x="1613" y="977485"/>
                  </a:lnTo>
                  <a:lnTo>
                    <a:pt x="6372" y="1001520"/>
                  </a:lnTo>
                  <a:lnTo>
                    <a:pt x="6434" y="1001833"/>
                  </a:lnTo>
                  <a:lnTo>
                    <a:pt x="14358" y="1025098"/>
                  </a:lnTo>
                  <a:lnTo>
                    <a:pt x="39357" y="1068482"/>
                  </a:lnTo>
                  <a:lnTo>
                    <a:pt x="74362" y="1103636"/>
                  </a:lnTo>
                  <a:lnTo>
                    <a:pt x="117539" y="1128571"/>
                  </a:lnTo>
                  <a:lnTo>
                    <a:pt x="165508" y="1141386"/>
                  </a:lnTo>
                  <a:lnTo>
                    <a:pt x="190436" y="1143000"/>
                  </a:lnTo>
                  <a:lnTo>
                    <a:pt x="10645203" y="1142644"/>
                  </a:lnTo>
                  <a:lnTo>
                    <a:pt x="10694473" y="1136205"/>
                  </a:lnTo>
                  <a:lnTo>
                    <a:pt x="10740237" y="1117079"/>
                  </a:lnTo>
                  <a:lnTo>
                    <a:pt x="10779880" y="1086929"/>
                  </a:lnTo>
                  <a:lnTo>
                    <a:pt x="10810074" y="1047597"/>
                  </a:lnTo>
                  <a:lnTo>
                    <a:pt x="10829099" y="1001833"/>
                  </a:lnTo>
                  <a:lnTo>
                    <a:pt x="10833955" y="977485"/>
                  </a:lnTo>
                  <a:lnTo>
                    <a:pt x="10834026" y="977129"/>
                  </a:lnTo>
                  <a:lnTo>
                    <a:pt x="10835616" y="952563"/>
                  </a:lnTo>
                  <a:lnTo>
                    <a:pt x="10835640" y="952195"/>
                  </a:lnTo>
                  <a:lnTo>
                    <a:pt x="10835284" y="190436"/>
                  </a:lnTo>
                  <a:lnTo>
                    <a:pt x="10828845" y="141166"/>
                  </a:lnTo>
                  <a:lnTo>
                    <a:pt x="10809719" y="95402"/>
                  </a:lnTo>
                  <a:lnTo>
                    <a:pt x="10779569" y="55759"/>
                  </a:lnTo>
                  <a:lnTo>
                    <a:pt x="10740237" y="25565"/>
                  </a:lnTo>
                  <a:lnTo>
                    <a:pt x="10694160" y="6434"/>
                  </a:lnTo>
                  <a:lnTo>
                    <a:pt x="10669769" y="1613"/>
                  </a:lnTo>
                  <a:lnTo>
                    <a:pt x="1064483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0079" y="5806446"/>
              <a:ext cx="10835640" cy="1143000"/>
            </a:xfrm>
            <a:custGeom>
              <a:avLst/>
              <a:gdLst/>
              <a:ahLst/>
              <a:cxnLst/>
              <a:rect l="l" t="t" r="r" b="b"/>
              <a:pathLst>
                <a:path w="10835640" h="1143000">
                  <a:moveTo>
                    <a:pt x="0" y="190436"/>
                  </a:moveTo>
                  <a:lnTo>
                    <a:pt x="1613" y="165508"/>
                  </a:lnTo>
                  <a:lnTo>
                    <a:pt x="6434" y="141120"/>
                  </a:lnTo>
                  <a:lnTo>
                    <a:pt x="25565" y="95034"/>
                  </a:lnTo>
                  <a:lnTo>
                    <a:pt x="55759" y="55713"/>
                  </a:lnTo>
                  <a:lnTo>
                    <a:pt x="95402" y="25565"/>
                  </a:lnTo>
                  <a:lnTo>
                    <a:pt x="141166" y="6434"/>
                  </a:lnTo>
                  <a:lnTo>
                    <a:pt x="190436" y="0"/>
                  </a:lnTo>
                  <a:lnTo>
                    <a:pt x="10644835" y="0"/>
                  </a:lnTo>
                  <a:lnTo>
                    <a:pt x="10694160" y="6434"/>
                  </a:lnTo>
                  <a:lnTo>
                    <a:pt x="10740237" y="25565"/>
                  </a:lnTo>
                  <a:lnTo>
                    <a:pt x="10779569" y="55759"/>
                  </a:lnTo>
                  <a:lnTo>
                    <a:pt x="10809719" y="95402"/>
                  </a:lnTo>
                  <a:lnTo>
                    <a:pt x="10828845" y="141166"/>
                  </a:lnTo>
                  <a:lnTo>
                    <a:pt x="10835284" y="190436"/>
                  </a:lnTo>
                  <a:lnTo>
                    <a:pt x="10835640" y="952195"/>
                  </a:lnTo>
                  <a:lnTo>
                    <a:pt x="10834026" y="977129"/>
                  </a:lnTo>
                  <a:lnTo>
                    <a:pt x="10829205" y="1001520"/>
                  </a:lnTo>
                  <a:lnTo>
                    <a:pt x="10810074" y="1047597"/>
                  </a:lnTo>
                  <a:lnTo>
                    <a:pt x="10779880" y="1086929"/>
                  </a:lnTo>
                  <a:lnTo>
                    <a:pt x="10740237" y="1117079"/>
                  </a:lnTo>
                  <a:lnTo>
                    <a:pt x="10694473" y="1136205"/>
                  </a:lnTo>
                  <a:lnTo>
                    <a:pt x="10645203" y="1142644"/>
                  </a:lnTo>
                  <a:lnTo>
                    <a:pt x="190436" y="1143000"/>
                  </a:lnTo>
                  <a:lnTo>
                    <a:pt x="141120" y="1136565"/>
                  </a:lnTo>
                  <a:lnTo>
                    <a:pt x="95034" y="1117434"/>
                  </a:lnTo>
                  <a:lnTo>
                    <a:pt x="55713" y="1087240"/>
                  </a:lnTo>
                  <a:lnTo>
                    <a:pt x="25565" y="1047597"/>
                  </a:lnTo>
                  <a:lnTo>
                    <a:pt x="6434" y="1001833"/>
                  </a:lnTo>
                  <a:lnTo>
                    <a:pt x="0" y="952563"/>
                  </a:lnTo>
                  <a:lnTo>
                    <a:pt x="0" y="19043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84059" y="6067443"/>
            <a:ext cx="7442200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360545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Learning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Outcome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Foundation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AI-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related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work,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teamwork,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coordination,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1296" y="352342"/>
            <a:ext cx="5072380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Curriculum</a:t>
            </a:r>
            <a:r>
              <a:rPr dirty="0" spc="-155"/>
              <a:t> Timeline </a:t>
            </a:r>
            <a:r>
              <a:rPr dirty="0" spc="-170"/>
              <a:t>(Week</a:t>
            </a:r>
            <a:r>
              <a:rPr dirty="0" spc="-160"/>
              <a:t> </a:t>
            </a:r>
            <a:r>
              <a:rPr dirty="0" spc="-85"/>
              <a:t>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303547"/>
            <a:ext cx="10925810" cy="1918335"/>
            <a:chOff x="595083" y="1303547"/>
            <a:chExt cx="10925810" cy="1918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303547"/>
              <a:ext cx="10925276" cy="19180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32516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05269" y="0"/>
                  </a:moveTo>
                  <a:lnTo>
                    <a:pt x="265325" y="2616"/>
                  </a:lnTo>
                  <a:lnTo>
                    <a:pt x="226255" y="10398"/>
                  </a:lnTo>
                  <a:lnTo>
                    <a:pt x="188535" y="23242"/>
                  </a:lnTo>
                  <a:lnTo>
                    <a:pt x="152641" y="41046"/>
                  </a:lnTo>
                  <a:lnTo>
                    <a:pt x="119556" y="63189"/>
                  </a:lnTo>
                  <a:lnTo>
                    <a:pt x="89679" y="89419"/>
                  </a:lnTo>
                  <a:lnTo>
                    <a:pt x="63381" y="119361"/>
                  </a:lnTo>
                  <a:lnTo>
                    <a:pt x="41033" y="152641"/>
                  </a:lnTo>
                  <a:lnTo>
                    <a:pt x="23442" y="188335"/>
                  </a:lnTo>
                  <a:lnTo>
                    <a:pt x="10707" y="225950"/>
                  </a:lnTo>
                  <a:lnTo>
                    <a:pt x="2966" y="264982"/>
                  </a:lnTo>
                  <a:lnTo>
                    <a:pt x="355" y="304926"/>
                  </a:lnTo>
                  <a:lnTo>
                    <a:pt x="0" y="1524241"/>
                  </a:lnTo>
                  <a:lnTo>
                    <a:pt x="2614" y="1564191"/>
                  </a:lnTo>
                  <a:lnTo>
                    <a:pt x="10391" y="1603262"/>
                  </a:lnTo>
                  <a:lnTo>
                    <a:pt x="23180" y="1640832"/>
                  </a:lnTo>
                  <a:lnTo>
                    <a:pt x="41033" y="1676882"/>
                  </a:lnTo>
                  <a:lnTo>
                    <a:pt x="63077" y="1709806"/>
                  </a:lnTo>
                  <a:lnTo>
                    <a:pt x="89412" y="1739839"/>
                  </a:lnTo>
                  <a:lnTo>
                    <a:pt x="119355" y="1766140"/>
                  </a:lnTo>
                  <a:lnTo>
                    <a:pt x="152641" y="1788490"/>
                  </a:lnTo>
                  <a:lnTo>
                    <a:pt x="188328" y="1806081"/>
                  </a:lnTo>
                  <a:lnTo>
                    <a:pt x="225939" y="1818816"/>
                  </a:lnTo>
                  <a:lnTo>
                    <a:pt x="264969" y="1826557"/>
                  </a:lnTo>
                  <a:lnTo>
                    <a:pt x="304914" y="1829168"/>
                  </a:lnTo>
                  <a:lnTo>
                    <a:pt x="10531081" y="1829168"/>
                  </a:lnTo>
                  <a:lnTo>
                    <a:pt x="10570938" y="1826557"/>
                  </a:lnTo>
                  <a:lnTo>
                    <a:pt x="10609864" y="1818816"/>
                  </a:lnTo>
                  <a:lnTo>
                    <a:pt x="10647815" y="1805926"/>
                  </a:lnTo>
                  <a:lnTo>
                    <a:pt x="10683709" y="1788121"/>
                  </a:lnTo>
                  <a:lnTo>
                    <a:pt x="10716795" y="1765979"/>
                  </a:lnTo>
                  <a:lnTo>
                    <a:pt x="10746568" y="1739839"/>
                  </a:lnTo>
                  <a:lnTo>
                    <a:pt x="10772969" y="1709806"/>
                  </a:lnTo>
                  <a:lnTo>
                    <a:pt x="10795317" y="1676527"/>
                  </a:lnTo>
                  <a:lnTo>
                    <a:pt x="10812834" y="1640982"/>
                  </a:lnTo>
                  <a:lnTo>
                    <a:pt x="10812908" y="1640832"/>
                  </a:lnTo>
                  <a:lnTo>
                    <a:pt x="10825628" y="1603262"/>
                  </a:lnTo>
                  <a:lnTo>
                    <a:pt x="10833383" y="1564191"/>
                  </a:lnTo>
                  <a:lnTo>
                    <a:pt x="10835995" y="1524241"/>
                  </a:lnTo>
                  <a:lnTo>
                    <a:pt x="10835972" y="304926"/>
                  </a:lnTo>
                  <a:lnTo>
                    <a:pt x="10833379" y="265332"/>
                  </a:lnTo>
                  <a:lnTo>
                    <a:pt x="10825599" y="226261"/>
                  </a:lnTo>
                  <a:lnTo>
                    <a:pt x="10812758" y="188541"/>
                  </a:lnTo>
                  <a:lnTo>
                    <a:pt x="10794961" y="152641"/>
                  </a:lnTo>
                  <a:lnTo>
                    <a:pt x="10772813" y="119563"/>
                  </a:lnTo>
                  <a:lnTo>
                    <a:pt x="10746582" y="89690"/>
                  </a:lnTo>
                  <a:lnTo>
                    <a:pt x="10716639" y="63394"/>
                  </a:lnTo>
                  <a:lnTo>
                    <a:pt x="10683354" y="41046"/>
                  </a:lnTo>
                  <a:lnTo>
                    <a:pt x="10647665" y="23449"/>
                  </a:lnTo>
                  <a:lnTo>
                    <a:pt x="10610051" y="10715"/>
                  </a:lnTo>
                  <a:lnTo>
                    <a:pt x="10571020" y="2977"/>
                  </a:lnTo>
                  <a:lnTo>
                    <a:pt x="10531081" y="368"/>
                  </a:lnTo>
                  <a:lnTo>
                    <a:pt x="30526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724" y="1325162"/>
              <a:ext cx="10836275" cy="1829435"/>
            </a:xfrm>
            <a:custGeom>
              <a:avLst/>
              <a:gdLst/>
              <a:ahLst/>
              <a:cxnLst/>
              <a:rect l="l" t="t" r="r" b="b"/>
              <a:pathLst>
                <a:path w="10836275" h="1829435">
                  <a:moveTo>
                    <a:pt x="355" y="304926"/>
                  </a:moveTo>
                  <a:lnTo>
                    <a:pt x="2966" y="264982"/>
                  </a:lnTo>
                  <a:lnTo>
                    <a:pt x="10707" y="225950"/>
                  </a:lnTo>
                  <a:lnTo>
                    <a:pt x="23442" y="188335"/>
                  </a:lnTo>
                  <a:lnTo>
                    <a:pt x="41033" y="152641"/>
                  </a:lnTo>
                  <a:lnTo>
                    <a:pt x="63381" y="119361"/>
                  </a:lnTo>
                  <a:lnTo>
                    <a:pt x="89679" y="89419"/>
                  </a:lnTo>
                  <a:lnTo>
                    <a:pt x="119556" y="63189"/>
                  </a:lnTo>
                  <a:lnTo>
                    <a:pt x="152641" y="41046"/>
                  </a:lnTo>
                  <a:lnTo>
                    <a:pt x="188535" y="23242"/>
                  </a:lnTo>
                  <a:lnTo>
                    <a:pt x="226255" y="10398"/>
                  </a:lnTo>
                  <a:lnTo>
                    <a:pt x="265325" y="2616"/>
                  </a:lnTo>
                  <a:lnTo>
                    <a:pt x="305269" y="0"/>
                  </a:lnTo>
                  <a:lnTo>
                    <a:pt x="10531081" y="368"/>
                  </a:lnTo>
                  <a:lnTo>
                    <a:pt x="10571020" y="2977"/>
                  </a:lnTo>
                  <a:lnTo>
                    <a:pt x="10610051" y="10715"/>
                  </a:lnTo>
                  <a:lnTo>
                    <a:pt x="10647665" y="23449"/>
                  </a:lnTo>
                  <a:lnTo>
                    <a:pt x="10683354" y="41046"/>
                  </a:lnTo>
                  <a:lnTo>
                    <a:pt x="10716639" y="63394"/>
                  </a:lnTo>
                  <a:lnTo>
                    <a:pt x="10746582" y="89690"/>
                  </a:lnTo>
                  <a:lnTo>
                    <a:pt x="10772813" y="119563"/>
                  </a:lnTo>
                  <a:lnTo>
                    <a:pt x="10794961" y="152641"/>
                  </a:lnTo>
                  <a:lnTo>
                    <a:pt x="10812758" y="188541"/>
                  </a:lnTo>
                  <a:lnTo>
                    <a:pt x="10825599" y="226261"/>
                  </a:lnTo>
                  <a:lnTo>
                    <a:pt x="10833379" y="265332"/>
                  </a:lnTo>
                  <a:lnTo>
                    <a:pt x="10835995" y="305282"/>
                  </a:lnTo>
                  <a:lnTo>
                    <a:pt x="10835995" y="1524241"/>
                  </a:lnTo>
                  <a:lnTo>
                    <a:pt x="10833384" y="1564186"/>
                  </a:lnTo>
                  <a:lnTo>
                    <a:pt x="10825643" y="1603217"/>
                  </a:lnTo>
                  <a:lnTo>
                    <a:pt x="10812908" y="1640832"/>
                  </a:lnTo>
                  <a:lnTo>
                    <a:pt x="10795317" y="1676527"/>
                  </a:lnTo>
                  <a:lnTo>
                    <a:pt x="10772969" y="1709806"/>
                  </a:lnTo>
                  <a:lnTo>
                    <a:pt x="10746671" y="1739749"/>
                  </a:lnTo>
                  <a:lnTo>
                    <a:pt x="10716795" y="1765979"/>
                  </a:lnTo>
                  <a:lnTo>
                    <a:pt x="10683709" y="1788121"/>
                  </a:lnTo>
                  <a:lnTo>
                    <a:pt x="10647815" y="1805926"/>
                  </a:lnTo>
                  <a:lnTo>
                    <a:pt x="10610095" y="1818770"/>
                  </a:lnTo>
                  <a:lnTo>
                    <a:pt x="10571026" y="1826551"/>
                  </a:lnTo>
                  <a:lnTo>
                    <a:pt x="10531081" y="1829168"/>
                  </a:lnTo>
                  <a:lnTo>
                    <a:pt x="304914" y="1829168"/>
                  </a:lnTo>
                  <a:lnTo>
                    <a:pt x="264969" y="1826557"/>
                  </a:lnTo>
                  <a:lnTo>
                    <a:pt x="225939" y="1818816"/>
                  </a:lnTo>
                  <a:lnTo>
                    <a:pt x="188328" y="1806081"/>
                  </a:lnTo>
                  <a:lnTo>
                    <a:pt x="152641" y="1788490"/>
                  </a:lnTo>
                  <a:lnTo>
                    <a:pt x="119355" y="1766140"/>
                  </a:lnTo>
                  <a:lnTo>
                    <a:pt x="89412" y="1739839"/>
                  </a:lnTo>
                  <a:lnTo>
                    <a:pt x="63181" y="1709962"/>
                  </a:lnTo>
                  <a:lnTo>
                    <a:pt x="41033" y="1676882"/>
                  </a:lnTo>
                  <a:lnTo>
                    <a:pt x="23231" y="1640982"/>
                  </a:lnTo>
                  <a:lnTo>
                    <a:pt x="10391" y="1603262"/>
                  </a:lnTo>
                  <a:lnTo>
                    <a:pt x="2614" y="1564191"/>
                  </a:lnTo>
                  <a:lnTo>
                    <a:pt x="0" y="1524241"/>
                  </a:lnTo>
                  <a:lnTo>
                    <a:pt x="355" y="30492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17536" y="1845337"/>
            <a:ext cx="1005459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260985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Program</a:t>
            </a:r>
            <a:r>
              <a:rPr dirty="0" sz="1400" spc="-8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Duration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Week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2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focuses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completing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tasks,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applying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learned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concepts,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participating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discussions,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meeting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internship responsibilities.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5083" y="3452755"/>
            <a:ext cx="5301615" cy="2009775"/>
            <a:chOff x="595083" y="3452755"/>
            <a:chExt cx="5301615" cy="20097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3452755"/>
              <a:ext cx="5301361" cy="20091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9724" y="3474370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4891671" y="0"/>
                  </a:moveTo>
                  <a:lnTo>
                    <a:pt x="320040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1" y="1826544"/>
                  </a:lnTo>
                  <a:lnTo>
                    <a:pt x="124999" y="1854093"/>
                  </a:lnTo>
                  <a:lnTo>
                    <a:pt x="159829" y="1877390"/>
                  </a:lnTo>
                  <a:lnTo>
                    <a:pt x="197624" y="1895931"/>
                  </a:lnTo>
                  <a:lnTo>
                    <a:pt x="237239" y="1909344"/>
                  </a:lnTo>
                  <a:lnTo>
                    <a:pt x="278201" y="1917493"/>
                  </a:lnTo>
                  <a:lnTo>
                    <a:pt x="320040" y="1920239"/>
                  </a:lnTo>
                  <a:lnTo>
                    <a:pt x="4892040" y="1919871"/>
                  </a:lnTo>
                  <a:lnTo>
                    <a:pt x="4933872" y="1917127"/>
                  </a:lnTo>
                  <a:lnTo>
                    <a:pt x="4974793" y="1908983"/>
                  </a:lnTo>
                  <a:lnTo>
                    <a:pt x="5014294" y="1895574"/>
                  </a:lnTo>
                  <a:lnTo>
                    <a:pt x="5051869" y="1877034"/>
                  </a:lnTo>
                  <a:lnTo>
                    <a:pt x="5086918" y="1853741"/>
                  </a:lnTo>
                  <a:lnTo>
                    <a:pt x="5118384" y="1826228"/>
                  </a:lnTo>
                  <a:lnTo>
                    <a:pt x="5145933" y="1794867"/>
                  </a:lnTo>
                  <a:lnTo>
                    <a:pt x="5169230" y="1760029"/>
                  </a:lnTo>
                  <a:lnTo>
                    <a:pt x="5187667" y="1722454"/>
                  </a:lnTo>
                  <a:lnTo>
                    <a:pt x="5201075" y="1682953"/>
                  </a:lnTo>
                  <a:lnTo>
                    <a:pt x="5209261" y="1642032"/>
                  </a:lnTo>
                  <a:lnTo>
                    <a:pt x="5212055" y="1600200"/>
                  </a:lnTo>
                  <a:lnTo>
                    <a:pt x="5212080" y="1599831"/>
                  </a:lnTo>
                  <a:lnTo>
                    <a:pt x="5211711" y="320039"/>
                  </a:lnTo>
                  <a:lnTo>
                    <a:pt x="5208967" y="278207"/>
                  </a:lnTo>
                  <a:lnTo>
                    <a:pt x="5200823" y="237285"/>
                  </a:lnTo>
                  <a:lnTo>
                    <a:pt x="5187414" y="197780"/>
                  </a:lnTo>
                  <a:lnTo>
                    <a:pt x="5168874" y="160197"/>
                  </a:lnTo>
                  <a:lnTo>
                    <a:pt x="5145581" y="125154"/>
                  </a:lnTo>
                  <a:lnTo>
                    <a:pt x="5118068" y="93687"/>
                  </a:lnTo>
                  <a:lnTo>
                    <a:pt x="5086707" y="66136"/>
                  </a:lnTo>
                  <a:lnTo>
                    <a:pt x="5051869" y="42837"/>
                  </a:lnTo>
                  <a:lnTo>
                    <a:pt x="5014081" y="24297"/>
                  </a:lnTo>
                  <a:lnTo>
                    <a:pt x="4974470" y="10888"/>
                  </a:lnTo>
                  <a:lnTo>
                    <a:pt x="4933510" y="2744"/>
                  </a:lnTo>
                  <a:lnTo>
                    <a:pt x="489167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39724" y="3474370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40" y="0"/>
                  </a:lnTo>
                  <a:lnTo>
                    <a:pt x="4891671" y="0"/>
                  </a:lnTo>
                  <a:lnTo>
                    <a:pt x="4933510" y="2744"/>
                  </a:lnTo>
                  <a:lnTo>
                    <a:pt x="4974470" y="10888"/>
                  </a:lnTo>
                  <a:lnTo>
                    <a:pt x="5014081" y="24297"/>
                  </a:lnTo>
                  <a:lnTo>
                    <a:pt x="5051869" y="42837"/>
                  </a:lnTo>
                  <a:lnTo>
                    <a:pt x="5086707" y="66136"/>
                  </a:lnTo>
                  <a:lnTo>
                    <a:pt x="5118068" y="93687"/>
                  </a:lnTo>
                  <a:lnTo>
                    <a:pt x="5145581" y="125154"/>
                  </a:lnTo>
                  <a:lnTo>
                    <a:pt x="5168874" y="160197"/>
                  </a:lnTo>
                  <a:lnTo>
                    <a:pt x="5187414" y="197780"/>
                  </a:lnTo>
                  <a:lnTo>
                    <a:pt x="5200823" y="237285"/>
                  </a:lnTo>
                  <a:lnTo>
                    <a:pt x="5208967" y="278207"/>
                  </a:lnTo>
                  <a:lnTo>
                    <a:pt x="5211711" y="320039"/>
                  </a:lnTo>
                  <a:lnTo>
                    <a:pt x="5212080" y="1599831"/>
                  </a:lnTo>
                  <a:lnTo>
                    <a:pt x="5209333" y="1641670"/>
                  </a:lnTo>
                  <a:lnTo>
                    <a:pt x="5201184" y="1682630"/>
                  </a:lnTo>
                  <a:lnTo>
                    <a:pt x="5187771" y="1722241"/>
                  </a:lnTo>
                  <a:lnTo>
                    <a:pt x="5169230" y="1760029"/>
                  </a:lnTo>
                  <a:lnTo>
                    <a:pt x="5145933" y="1794867"/>
                  </a:lnTo>
                  <a:lnTo>
                    <a:pt x="5118384" y="1826228"/>
                  </a:lnTo>
                  <a:lnTo>
                    <a:pt x="5086918" y="1853741"/>
                  </a:lnTo>
                  <a:lnTo>
                    <a:pt x="5051869" y="1877034"/>
                  </a:lnTo>
                  <a:lnTo>
                    <a:pt x="5014294" y="1895574"/>
                  </a:lnTo>
                  <a:lnTo>
                    <a:pt x="4974793" y="1908983"/>
                  </a:lnTo>
                  <a:lnTo>
                    <a:pt x="4933872" y="1917127"/>
                  </a:lnTo>
                  <a:lnTo>
                    <a:pt x="4892040" y="1919871"/>
                  </a:lnTo>
                  <a:lnTo>
                    <a:pt x="320040" y="1920239"/>
                  </a:lnTo>
                  <a:lnTo>
                    <a:pt x="278201" y="1917493"/>
                  </a:lnTo>
                  <a:lnTo>
                    <a:pt x="237239" y="1909344"/>
                  </a:lnTo>
                  <a:lnTo>
                    <a:pt x="197624" y="1895931"/>
                  </a:lnTo>
                  <a:lnTo>
                    <a:pt x="159829" y="1877390"/>
                  </a:lnTo>
                  <a:lnTo>
                    <a:pt x="124999" y="1854093"/>
                  </a:lnTo>
                  <a:lnTo>
                    <a:pt x="93641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21854" y="3956043"/>
            <a:ext cx="3144520" cy="944244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550035">
              <a:lnSpc>
                <a:spcPct val="100000"/>
              </a:lnSpc>
              <a:spcBef>
                <a:spcPts val="990"/>
              </a:spcBef>
            </a:pP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Completion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10">
                <a:solidFill>
                  <a:srgbClr val="10224B"/>
                </a:solidFill>
                <a:latin typeface="Arial Black"/>
                <a:cs typeface="Arial Black"/>
              </a:rPr>
              <a:t>Focus</a:t>
            </a:r>
            <a:endParaRPr sz="1400">
              <a:latin typeface="Arial Black"/>
              <a:cs typeface="Arial Black"/>
            </a:endParaRPr>
          </a:p>
          <a:p>
            <a:pPr marL="12700" marR="75311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1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AI-related</a:t>
            </a:r>
            <a:r>
              <a:rPr dirty="0" sz="1100" spc="1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responsibilities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meetings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discussions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Timely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efficient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task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18644" y="3452755"/>
            <a:ext cx="5301615" cy="2009775"/>
            <a:chOff x="6218644" y="3452755"/>
            <a:chExt cx="5301615" cy="200977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8644" y="3452755"/>
              <a:ext cx="5301361" cy="20091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63284" y="3474370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4891671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1" y="1826544"/>
                  </a:lnTo>
                  <a:lnTo>
                    <a:pt x="124999" y="1854093"/>
                  </a:lnTo>
                  <a:lnTo>
                    <a:pt x="159829" y="1877390"/>
                  </a:lnTo>
                  <a:lnTo>
                    <a:pt x="197624" y="1895931"/>
                  </a:lnTo>
                  <a:lnTo>
                    <a:pt x="237239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4892039" y="1919871"/>
                  </a:lnTo>
                  <a:lnTo>
                    <a:pt x="4933872" y="1917127"/>
                  </a:lnTo>
                  <a:lnTo>
                    <a:pt x="4974793" y="1908983"/>
                  </a:lnTo>
                  <a:lnTo>
                    <a:pt x="5014294" y="1895574"/>
                  </a:lnTo>
                  <a:lnTo>
                    <a:pt x="5051869" y="1877034"/>
                  </a:lnTo>
                  <a:lnTo>
                    <a:pt x="5086918" y="1853741"/>
                  </a:lnTo>
                  <a:lnTo>
                    <a:pt x="5118384" y="1826228"/>
                  </a:lnTo>
                  <a:lnTo>
                    <a:pt x="5145933" y="1794867"/>
                  </a:lnTo>
                  <a:lnTo>
                    <a:pt x="5169230" y="1760029"/>
                  </a:lnTo>
                  <a:lnTo>
                    <a:pt x="5187667" y="1722454"/>
                  </a:lnTo>
                  <a:lnTo>
                    <a:pt x="5201075" y="1682953"/>
                  </a:lnTo>
                  <a:lnTo>
                    <a:pt x="5209261" y="1642032"/>
                  </a:lnTo>
                  <a:lnTo>
                    <a:pt x="5212055" y="1600200"/>
                  </a:lnTo>
                  <a:lnTo>
                    <a:pt x="5212080" y="1599831"/>
                  </a:lnTo>
                  <a:lnTo>
                    <a:pt x="5211711" y="320039"/>
                  </a:lnTo>
                  <a:lnTo>
                    <a:pt x="5208967" y="278207"/>
                  </a:lnTo>
                  <a:lnTo>
                    <a:pt x="5200823" y="237285"/>
                  </a:lnTo>
                  <a:lnTo>
                    <a:pt x="5187414" y="197780"/>
                  </a:lnTo>
                  <a:lnTo>
                    <a:pt x="5168874" y="160197"/>
                  </a:lnTo>
                  <a:lnTo>
                    <a:pt x="5145581" y="125154"/>
                  </a:lnTo>
                  <a:lnTo>
                    <a:pt x="5118068" y="93687"/>
                  </a:lnTo>
                  <a:lnTo>
                    <a:pt x="5086707" y="66136"/>
                  </a:lnTo>
                  <a:lnTo>
                    <a:pt x="5051869" y="42837"/>
                  </a:lnTo>
                  <a:lnTo>
                    <a:pt x="5014081" y="24297"/>
                  </a:lnTo>
                  <a:lnTo>
                    <a:pt x="4974470" y="10888"/>
                  </a:lnTo>
                  <a:lnTo>
                    <a:pt x="4933510" y="2744"/>
                  </a:lnTo>
                  <a:lnTo>
                    <a:pt x="489167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63284" y="3474370"/>
              <a:ext cx="5212080" cy="1920239"/>
            </a:xfrm>
            <a:custGeom>
              <a:avLst/>
              <a:gdLst/>
              <a:ahLst/>
              <a:cxnLst/>
              <a:rect l="l" t="t" r="r" b="b"/>
              <a:pathLst>
                <a:path w="521208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4891671" y="0"/>
                  </a:lnTo>
                  <a:lnTo>
                    <a:pt x="4933510" y="2744"/>
                  </a:lnTo>
                  <a:lnTo>
                    <a:pt x="4974470" y="10888"/>
                  </a:lnTo>
                  <a:lnTo>
                    <a:pt x="5014081" y="24297"/>
                  </a:lnTo>
                  <a:lnTo>
                    <a:pt x="5051869" y="42837"/>
                  </a:lnTo>
                  <a:lnTo>
                    <a:pt x="5086707" y="66136"/>
                  </a:lnTo>
                  <a:lnTo>
                    <a:pt x="5118068" y="93687"/>
                  </a:lnTo>
                  <a:lnTo>
                    <a:pt x="5145581" y="125154"/>
                  </a:lnTo>
                  <a:lnTo>
                    <a:pt x="5168874" y="160197"/>
                  </a:lnTo>
                  <a:lnTo>
                    <a:pt x="5187414" y="197780"/>
                  </a:lnTo>
                  <a:lnTo>
                    <a:pt x="5200823" y="237285"/>
                  </a:lnTo>
                  <a:lnTo>
                    <a:pt x="5208967" y="278207"/>
                  </a:lnTo>
                  <a:lnTo>
                    <a:pt x="5211711" y="320039"/>
                  </a:lnTo>
                  <a:lnTo>
                    <a:pt x="5212080" y="1599831"/>
                  </a:lnTo>
                  <a:lnTo>
                    <a:pt x="5209333" y="1641670"/>
                  </a:lnTo>
                  <a:lnTo>
                    <a:pt x="5201184" y="1682630"/>
                  </a:lnTo>
                  <a:lnTo>
                    <a:pt x="5187771" y="1722241"/>
                  </a:lnTo>
                  <a:lnTo>
                    <a:pt x="5169230" y="1760029"/>
                  </a:lnTo>
                  <a:lnTo>
                    <a:pt x="5145933" y="1794867"/>
                  </a:lnTo>
                  <a:lnTo>
                    <a:pt x="5118384" y="1826228"/>
                  </a:lnTo>
                  <a:lnTo>
                    <a:pt x="5086918" y="1853741"/>
                  </a:lnTo>
                  <a:lnTo>
                    <a:pt x="5051869" y="1877034"/>
                  </a:lnTo>
                  <a:lnTo>
                    <a:pt x="5014294" y="1895574"/>
                  </a:lnTo>
                  <a:lnTo>
                    <a:pt x="4974793" y="1908983"/>
                  </a:lnTo>
                  <a:lnTo>
                    <a:pt x="4933872" y="1917127"/>
                  </a:lnTo>
                  <a:lnTo>
                    <a:pt x="4892039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39" y="1909344"/>
                  </a:lnTo>
                  <a:lnTo>
                    <a:pt x="197624" y="1895931"/>
                  </a:lnTo>
                  <a:lnTo>
                    <a:pt x="159829" y="1877390"/>
                  </a:lnTo>
                  <a:lnTo>
                    <a:pt x="124999" y="1854093"/>
                  </a:lnTo>
                  <a:lnTo>
                    <a:pt x="93641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45415" y="3872159"/>
            <a:ext cx="3176270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518285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10">
                <a:solidFill>
                  <a:srgbClr val="10224B"/>
                </a:solidFill>
                <a:latin typeface="Arial Black"/>
                <a:cs typeface="Arial Black"/>
              </a:rPr>
              <a:t>Focus</a:t>
            </a:r>
            <a:endParaRPr sz="1400">
              <a:latin typeface="Arial Black"/>
              <a:cs typeface="Arial Black"/>
            </a:endParaRPr>
          </a:p>
          <a:p>
            <a:pPr marL="12700" marR="733425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AI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exposure</a:t>
            </a:r>
            <a:r>
              <a:rPr dirty="0" sz="1100" spc="10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application Communication</a:t>
            </a:r>
            <a:endParaRPr sz="1100">
              <a:latin typeface="Arial MT"/>
              <a:cs typeface="Arial MT"/>
            </a:endParaRPr>
          </a:p>
          <a:p>
            <a:pPr marL="12700" marR="161925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Care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responsibility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Remote-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1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discipline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439" y="5784831"/>
            <a:ext cx="10925175" cy="1232535"/>
            <a:chOff x="595439" y="5784831"/>
            <a:chExt cx="10925175" cy="123253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439" y="5784831"/>
              <a:ext cx="10924921" cy="12319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0079" y="5806446"/>
              <a:ext cx="10835640" cy="1143000"/>
            </a:xfrm>
            <a:custGeom>
              <a:avLst/>
              <a:gdLst/>
              <a:ahLst/>
              <a:cxnLst/>
              <a:rect l="l" t="t" r="r" b="b"/>
              <a:pathLst>
                <a:path w="10835640" h="1143000">
                  <a:moveTo>
                    <a:pt x="10644835" y="0"/>
                  </a:moveTo>
                  <a:lnTo>
                    <a:pt x="190436" y="0"/>
                  </a:lnTo>
                  <a:lnTo>
                    <a:pt x="165514" y="1613"/>
                  </a:lnTo>
                  <a:lnTo>
                    <a:pt x="117695" y="14428"/>
                  </a:lnTo>
                  <a:lnTo>
                    <a:pt x="74511" y="39363"/>
                  </a:lnTo>
                  <a:lnTo>
                    <a:pt x="39363" y="74362"/>
                  </a:lnTo>
                  <a:lnTo>
                    <a:pt x="14428" y="117539"/>
                  </a:lnTo>
                  <a:lnTo>
                    <a:pt x="1613" y="165514"/>
                  </a:lnTo>
                  <a:lnTo>
                    <a:pt x="0" y="190436"/>
                  </a:lnTo>
                  <a:lnTo>
                    <a:pt x="0" y="952563"/>
                  </a:lnTo>
                  <a:lnTo>
                    <a:pt x="1590" y="977129"/>
                  </a:lnTo>
                  <a:lnTo>
                    <a:pt x="1613" y="977485"/>
                  </a:lnTo>
                  <a:lnTo>
                    <a:pt x="6372" y="1001520"/>
                  </a:lnTo>
                  <a:lnTo>
                    <a:pt x="6434" y="1001833"/>
                  </a:lnTo>
                  <a:lnTo>
                    <a:pt x="14358" y="1025098"/>
                  </a:lnTo>
                  <a:lnTo>
                    <a:pt x="39357" y="1068482"/>
                  </a:lnTo>
                  <a:lnTo>
                    <a:pt x="74362" y="1103636"/>
                  </a:lnTo>
                  <a:lnTo>
                    <a:pt x="117539" y="1128571"/>
                  </a:lnTo>
                  <a:lnTo>
                    <a:pt x="165508" y="1141386"/>
                  </a:lnTo>
                  <a:lnTo>
                    <a:pt x="190436" y="1143000"/>
                  </a:lnTo>
                  <a:lnTo>
                    <a:pt x="10645203" y="1142644"/>
                  </a:lnTo>
                  <a:lnTo>
                    <a:pt x="10694473" y="1136205"/>
                  </a:lnTo>
                  <a:lnTo>
                    <a:pt x="10740237" y="1117079"/>
                  </a:lnTo>
                  <a:lnTo>
                    <a:pt x="10779880" y="1086929"/>
                  </a:lnTo>
                  <a:lnTo>
                    <a:pt x="10810074" y="1047597"/>
                  </a:lnTo>
                  <a:lnTo>
                    <a:pt x="10829099" y="1001833"/>
                  </a:lnTo>
                  <a:lnTo>
                    <a:pt x="10833955" y="977485"/>
                  </a:lnTo>
                  <a:lnTo>
                    <a:pt x="10834026" y="977129"/>
                  </a:lnTo>
                  <a:lnTo>
                    <a:pt x="10835616" y="952563"/>
                  </a:lnTo>
                  <a:lnTo>
                    <a:pt x="10835640" y="952195"/>
                  </a:lnTo>
                  <a:lnTo>
                    <a:pt x="10835284" y="190436"/>
                  </a:lnTo>
                  <a:lnTo>
                    <a:pt x="10828845" y="141166"/>
                  </a:lnTo>
                  <a:lnTo>
                    <a:pt x="10809719" y="95402"/>
                  </a:lnTo>
                  <a:lnTo>
                    <a:pt x="10779569" y="55759"/>
                  </a:lnTo>
                  <a:lnTo>
                    <a:pt x="10740237" y="25565"/>
                  </a:lnTo>
                  <a:lnTo>
                    <a:pt x="10694160" y="6434"/>
                  </a:lnTo>
                  <a:lnTo>
                    <a:pt x="10669769" y="1613"/>
                  </a:lnTo>
                  <a:lnTo>
                    <a:pt x="1064483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0079" y="5806446"/>
              <a:ext cx="10835640" cy="1143000"/>
            </a:xfrm>
            <a:custGeom>
              <a:avLst/>
              <a:gdLst/>
              <a:ahLst/>
              <a:cxnLst/>
              <a:rect l="l" t="t" r="r" b="b"/>
              <a:pathLst>
                <a:path w="10835640" h="1143000">
                  <a:moveTo>
                    <a:pt x="0" y="190436"/>
                  </a:moveTo>
                  <a:lnTo>
                    <a:pt x="1613" y="165508"/>
                  </a:lnTo>
                  <a:lnTo>
                    <a:pt x="6434" y="141120"/>
                  </a:lnTo>
                  <a:lnTo>
                    <a:pt x="25565" y="95034"/>
                  </a:lnTo>
                  <a:lnTo>
                    <a:pt x="55759" y="55713"/>
                  </a:lnTo>
                  <a:lnTo>
                    <a:pt x="95402" y="25565"/>
                  </a:lnTo>
                  <a:lnTo>
                    <a:pt x="141166" y="6434"/>
                  </a:lnTo>
                  <a:lnTo>
                    <a:pt x="190436" y="0"/>
                  </a:lnTo>
                  <a:lnTo>
                    <a:pt x="10644835" y="0"/>
                  </a:lnTo>
                  <a:lnTo>
                    <a:pt x="10694160" y="6434"/>
                  </a:lnTo>
                  <a:lnTo>
                    <a:pt x="10740237" y="25565"/>
                  </a:lnTo>
                  <a:lnTo>
                    <a:pt x="10779569" y="55759"/>
                  </a:lnTo>
                  <a:lnTo>
                    <a:pt x="10809719" y="95402"/>
                  </a:lnTo>
                  <a:lnTo>
                    <a:pt x="10828845" y="141166"/>
                  </a:lnTo>
                  <a:lnTo>
                    <a:pt x="10835284" y="190436"/>
                  </a:lnTo>
                  <a:lnTo>
                    <a:pt x="10835640" y="952195"/>
                  </a:lnTo>
                  <a:lnTo>
                    <a:pt x="10834026" y="977129"/>
                  </a:lnTo>
                  <a:lnTo>
                    <a:pt x="10829205" y="1001520"/>
                  </a:lnTo>
                  <a:lnTo>
                    <a:pt x="10810074" y="1047597"/>
                  </a:lnTo>
                  <a:lnTo>
                    <a:pt x="10779880" y="1086929"/>
                  </a:lnTo>
                  <a:lnTo>
                    <a:pt x="10740237" y="1117079"/>
                  </a:lnTo>
                  <a:lnTo>
                    <a:pt x="10694473" y="1136205"/>
                  </a:lnTo>
                  <a:lnTo>
                    <a:pt x="10645203" y="1142644"/>
                  </a:lnTo>
                  <a:lnTo>
                    <a:pt x="190436" y="1143000"/>
                  </a:lnTo>
                  <a:lnTo>
                    <a:pt x="141120" y="1136565"/>
                  </a:lnTo>
                  <a:lnTo>
                    <a:pt x="95034" y="1117434"/>
                  </a:lnTo>
                  <a:lnTo>
                    <a:pt x="55713" y="1087240"/>
                  </a:lnTo>
                  <a:lnTo>
                    <a:pt x="25565" y="1047597"/>
                  </a:lnTo>
                  <a:lnTo>
                    <a:pt x="6434" y="1001833"/>
                  </a:lnTo>
                  <a:lnTo>
                    <a:pt x="0" y="952563"/>
                  </a:lnTo>
                  <a:lnTo>
                    <a:pt x="0" y="19043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84059" y="6067443"/>
            <a:ext cx="6317615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117340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Certificate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Requirement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Fundraising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is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optional and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is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not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mandatory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achieving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certificate.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Key</a:t>
            </a:r>
            <a:r>
              <a:rPr dirty="0" spc="-185"/>
              <a:t> </a:t>
            </a:r>
            <a:r>
              <a:rPr dirty="0" spc="-190"/>
              <a:t>Projects</a:t>
            </a:r>
            <a:r>
              <a:rPr dirty="0" spc="-175"/>
              <a:t> </a:t>
            </a:r>
            <a:r>
              <a:rPr dirty="0" spc="-385"/>
              <a:t>&amp;</a:t>
            </a:r>
            <a:r>
              <a:rPr dirty="0" spc="-175"/>
              <a:t> </a:t>
            </a:r>
            <a:r>
              <a:rPr dirty="0" spc="-125"/>
              <a:t>Demonstrated</a:t>
            </a:r>
            <a:r>
              <a:rPr dirty="0" spc="-175"/>
              <a:t> </a:t>
            </a:r>
            <a:r>
              <a:rPr dirty="0" spc="-155"/>
              <a:t>Skills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303915"/>
            <a:ext cx="5393055" cy="1826895"/>
            <a:chOff x="595083" y="1303915"/>
            <a:chExt cx="5393055" cy="1826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303915"/>
              <a:ext cx="5392801" cy="18262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32553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5013718" y="0"/>
                  </a:moveTo>
                  <a:lnTo>
                    <a:pt x="289433" y="0"/>
                  </a:lnTo>
                  <a:lnTo>
                    <a:pt x="251553" y="2479"/>
                  </a:lnTo>
                  <a:lnTo>
                    <a:pt x="178717" y="21865"/>
                  </a:lnTo>
                  <a:lnTo>
                    <a:pt x="113194" y="59716"/>
                  </a:lnTo>
                  <a:lnTo>
                    <a:pt x="59862" y="113194"/>
                  </a:lnTo>
                  <a:lnTo>
                    <a:pt x="22015" y="178717"/>
                  </a:lnTo>
                  <a:lnTo>
                    <a:pt x="2479" y="251581"/>
                  </a:lnTo>
                  <a:lnTo>
                    <a:pt x="0" y="289432"/>
                  </a:lnTo>
                  <a:lnTo>
                    <a:pt x="0" y="1447914"/>
                  </a:lnTo>
                  <a:lnTo>
                    <a:pt x="2450" y="1485410"/>
                  </a:lnTo>
                  <a:lnTo>
                    <a:pt x="2473" y="1485765"/>
                  </a:lnTo>
                  <a:lnTo>
                    <a:pt x="9735" y="1522483"/>
                  </a:lnTo>
                  <a:lnTo>
                    <a:pt x="9805" y="1522839"/>
                  </a:lnTo>
                  <a:lnTo>
                    <a:pt x="21745" y="1558274"/>
                  </a:lnTo>
                  <a:lnTo>
                    <a:pt x="21865" y="1558629"/>
                  </a:lnTo>
                  <a:lnTo>
                    <a:pt x="38519" y="1592630"/>
                  </a:lnTo>
                  <a:lnTo>
                    <a:pt x="84731" y="1652576"/>
                  </a:lnTo>
                  <a:lnTo>
                    <a:pt x="144716" y="1698472"/>
                  </a:lnTo>
                  <a:lnTo>
                    <a:pt x="214507" y="1727503"/>
                  </a:lnTo>
                  <a:lnTo>
                    <a:pt x="289433" y="1737360"/>
                  </a:lnTo>
                  <a:lnTo>
                    <a:pt x="5014074" y="1736991"/>
                  </a:lnTo>
                  <a:lnTo>
                    <a:pt x="5088999" y="1727180"/>
                  </a:lnTo>
                  <a:lnTo>
                    <a:pt x="5158790" y="1698472"/>
                  </a:lnTo>
                  <a:lnTo>
                    <a:pt x="5218736" y="1652260"/>
                  </a:lnTo>
                  <a:lnTo>
                    <a:pt x="5264632" y="1592275"/>
                  </a:lnTo>
                  <a:lnTo>
                    <a:pt x="5293542" y="1522839"/>
                  </a:lnTo>
                  <a:lnTo>
                    <a:pt x="5293663" y="1522483"/>
                  </a:lnTo>
                  <a:lnTo>
                    <a:pt x="5300968" y="1485765"/>
                  </a:lnTo>
                  <a:lnTo>
                    <a:pt x="5301038" y="1485410"/>
                  </a:lnTo>
                  <a:lnTo>
                    <a:pt x="5303496" y="1447914"/>
                  </a:lnTo>
                  <a:lnTo>
                    <a:pt x="5303151" y="289432"/>
                  </a:lnTo>
                  <a:lnTo>
                    <a:pt x="5293340" y="214507"/>
                  </a:lnTo>
                  <a:lnTo>
                    <a:pt x="5264632" y="144716"/>
                  </a:lnTo>
                  <a:lnTo>
                    <a:pt x="5218420" y="84775"/>
                  </a:lnTo>
                  <a:lnTo>
                    <a:pt x="5158435" y="38874"/>
                  </a:lnTo>
                  <a:lnTo>
                    <a:pt x="5088643" y="9850"/>
                  </a:lnTo>
                  <a:lnTo>
                    <a:pt x="5051570" y="2479"/>
                  </a:lnTo>
                  <a:lnTo>
                    <a:pt x="501371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9724" y="132553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0" y="289432"/>
                  </a:moveTo>
                  <a:lnTo>
                    <a:pt x="2479" y="251581"/>
                  </a:lnTo>
                  <a:lnTo>
                    <a:pt x="9850" y="214507"/>
                  </a:lnTo>
                  <a:lnTo>
                    <a:pt x="38874" y="144716"/>
                  </a:lnTo>
                  <a:lnTo>
                    <a:pt x="84775" y="84731"/>
                  </a:lnTo>
                  <a:lnTo>
                    <a:pt x="144716" y="38519"/>
                  </a:lnTo>
                  <a:lnTo>
                    <a:pt x="214507" y="9805"/>
                  </a:lnTo>
                  <a:lnTo>
                    <a:pt x="289433" y="0"/>
                  </a:lnTo>
                  <a:lnTo>
                    <a:pt x="5013718" y="0"/>
                  </a:lnTo>
                  <a:lnTo>
                    <a:pt x="5088643" y="9850"/>
                  </a:lnTo>
                  <a:lnTo>
                    <a:pt x="5158435" y="38874"/>
                  </a:lnTo>
                  <a:lnTo>
                    <a:pt x="5218420" y="84775"/>
                  </a:lnTo>
                  <a:lnTo>
                    <a:pt x="5264632" y="144716"/>
                  </a:lnTo>
                  <a:lnTo>
                    <a:pt x="5293340" y="214507"/>
                  </a:lnTo>
                  <a:lnTo>
                    <a:pt x="5303151" y="289432"/>
                  </a:lnTo>
                  <a:lnTo>
                    <a:pt x="5303520" y="1447558"/>
                  </a:lnTo>
                  <a:lnTo>
                    <a:pt x="5301038" y="1485410"/>
                  </a:lnTo>
                  <a:lnTo>
                    <a:pt x="5293663" y="1522483"/>
                  </a:lnTo>
                  <a:lnTo>
                    <a:pt x="5264632" y="1592275"/>
                  </a:lnTo>
                  <a:lnTo>
                    <a:pt x="5218736" y="1652260"/>
                  </a:lnTo>
                  <a:lnTo>
                    <a:pt x="5158790" y="1698472"/>
                  </a:lnTo>
                  <a:lnTo>
                    <a:pt x="5088999" y="1727180"/>
                  </a:lnTo>
                  <a:lnTo>
                    <a:pt x="5014074" y="1736991"/>
                  </a:lnTo>
                  <a:lnTo>
                    <a:pt x="289433" y="1737360"/>
                  </a:lnTo>
                  <a:lnTo>
                    <a:pt x="214507" y="1727503"/>
                  </a:lnTo>
                  <a:lnTo>
                    <a:pt x="144716" y="1698472"/>
                  </a:lnTo>
                  <a:lnTo>
                    <a:pt x="84731" y="1652576"/>
                  </a:lnTo>
                  <a:lnTo>
                    <a:pt x="38519" y="1592630"/>
                  </a:lnTo>
                  <a:lnTo>
                    <a:pt x="9805" y="1522839"/>
                  </a:lnTo>
                  <a:lnTo>
                    <a:pt x="0" y="1447914"/>
                  </a:lnTo>
                  <a:lnTo>
                    <a:pt x="0" y="289432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12863" y="1799618"/>
            <a:ext cx="473583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40790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AI-</a:t>
            </a: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Related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10224B"/>
                </a:solidFill>
                <a:latin typeface="Arial Black"/>
                <a:cs typeface="Arial Black"/>
              </a:rPr>
              <a:t>Assigned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Tasks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Worked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responsibilities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aligned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with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the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Intelligence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profile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applied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relevant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knowledge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27203" y="1303915"/>
            <a:ext cx="5393055" cy="1826895"/>
            <a:chOff x="6127203" y="1303915"/>
            <a:chExt cx="5393055" cy="18268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203" y="1303915"/>
              <a:ext cx="5392801" cy="18262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1844" y="132553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5013718" y="0"/>
                  </a:moveTo>
                  <a:lnTo>
                    <a:pt x="289433" y="0"/>
                  </a:lnTo>
                  <a:lnTo>
                    <a:pt x="251553" y="2479"/>
                  </a:lnTo>
                  <a:lnTo>
                    <a:pt x="178717" y="21865"/>
                  </a:lnTo>
                  <a:lnTo>
                    <a:pt x="113194" y="59716"/>
                  </a:lnTo>
                  <a:lnTo>
                    <a:pt x="59862" y="113194"/>
                  </a:lnTo>
                  <a:lnTo>
                    <a:pt x="22015" y="178717"/>
                  </a:lnTo>
                  <a:lnTo>
                    <a:pt x="2479" y="251581"/>
                  </a:lnTo>
                  <a:lnTo>
                    <a:pt x="0" y="289432"/>
                  </a:lnTo>
                  <a:lnTo>
                    <a:pt x="0" y="1447914"/>
                  </a:lnTo>
                  <a:lnTo>
                    <a:pt x="2450" y="1485410"/>
                  </a:lnTo>
                  <a:lnTo>
                    <a:pt x="2473" y="1485765"/>
                  </a:lnTo>
                  <a:lnTo>
                    <a:pt x="9735" y="1522483"/>
                  </a:lnTo>
                  <a:lnTo>
                    <a:pt x="9805" y="1522839"/>
                  </a:lnTo>
                  <a:lnTo>
                    <a:pt x="21745" y="1558274"/>
                  </a:lnTo>
                  <a:lnTo>
                    <a:pt x="38519" y="1592630"/>
                  </a:lnTo>
                  <a:lnTo>
                    <a:pt x="84731" y="1652576"/>
                  </a:lnTo>
                  <a:lnTo>
                    <a:pt x="144716" y="1698472"/>
                  </a:lnTo>
                  <a:lnTo>
                    <a:pt x="214507" y="1727503"/>
                  </a:lnTo>
                  <a:lnTo>
                    <a:pt x="289433" y="1737360"/>
                  </a:lnTo>
                  <a:lnTo>
                    <a:pt x="5014074" y="1736991"/>
                  </a:lnTo>
                  <a:lnTo>
                    <a:pt x="5088999" y="1727180"/>
                  </a:lnTo>
                  <a:lnTo>
                    <a:pt x="5158790" y="1698472"/>
                  </a:lnTo>
                  <a:lnTo>
                    <a:pt x="5218736" y="1652260"/>
                  </a:lnTo>
                  <a:lnTo>
                    <a:pt x="5264632" y="1592275"/>
                  </a:lnTo>
                  <a:lnTo>
                    <a:pt x="5293542" y="1522839"/>
                  </a:lnTo>
                  <a:lnTo>
                    <a:pt x="5293663" y="1522483"/>
                  </a:lnTo>
                  <a:lnTo>
                    <a:pt x="5300968" y="1485765"/>
                  </a:lnTo>
                  <a:lnTo>
                    <a:pt x="5301038" y="1485410"/>
                  </a:lnTo>
                  <a:lnTo>
                    <a:pt x="5303496" y="1447914"/>
                  </a:lnTo>
                  <a:lnTo>
                    <a:pt x="5303520" y="1447558"/>
                  </a:lnTo>
                  <a:lnTo>
                    <a:pt x="5303151" y="289432"/>
                  </a:lnTo>
                  <a:lnTo>
                    <a:pt x="5293340" y="214507"/>
                  </a:lnTo>
                  <a:lnTo>
                    <a:pt x="5264632" y="144716"/>
                  </a:lnTo>
                  <a:lnTo>
                    <a:pt x="5218420" y="84775"/>
                  </a:lnTo>
                  <a:lnTo>
                    <a:pt x="5158435" y="38874"/>
                  </a:lnTo>
                  <a:lnTo>
                    <a:pt x="5088643" y="9850"/>
                  </a:lnTo>
                  <a:lnTo>
                    <a:pt x="5051570" y="2479"/>
                  </a:lnTo>
                  <a:lnTo>
                    <a:pt x="501371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71844" y="132553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0" y="289432"/>
                  </a:moveTo>
                  <a:lnTo>
                    <a:pt x="2479" y="251581"/>
                  </a:lnTo>
                  <a:lnTo>
                    <a:pt x="9850" y="214507"/>
                  </a:lnTo>
                  <a:lnTo>
                    <a:pt x="38874" y="144716"/>
                  </a:lnTo>
                  <a:lnTo>
                    <a:pt x="84775" y="84731"/>
                  </a:lnTo>
                  <a:lnTo>
                    <a:pt x="144716" y="38519"/>
                  </a:lnTo>
                  <a:lnTo>
                    <a:pt x="214507" y="9805"/>
                  </a:lnTo>
                  <a:lnTo>
                    <a:pt x="289433" y="0"/>
                  </a:lnTo>
                  <a:lnTo>
                    <a:pt x="5013718" y="0"/>
                  </a:lnTo>
                  <a:lnTo>
                    <a:pt x="5088643" y="9850"/>
                  </a:lnTo>
                  <a:lnTo>
                    <a:pt x="5158435" y="38874"/>
                  </a:lnTo>
                  <a:lnTo>
                    <a:pt x="5218420" y="84775"/>
                  </a:lnTo>
                  <a:lnTo>
                    <a:pt x="5264632" y="144716"/>
                  </a:lnTo>
                  <a:lnTo>
                    <a:pt x="5293340" y="214507"/>
                  </a:lnTo>
                  <a:lnTo>
                    <a:pt x="5303151" y="289432"/>
                  </a:lnTo>
                  <a:lnTo>
                    <a:pt x="5303520" y="1447558"/>
                  </a:lnTo>
                  <a:lnTo>
                    <a:pt x="5301038" y="1485410"/>
                  </a:lnTo>
                  <a:lnTo>
                    <a:pt x="5293663" y="1522483"/>
                  </a:lnTo>
                  <a:lnTo>
                    <a:pt x="5264632" y="1592275"/>
                  </a:lnTo>
                  <a:lnTo>
                    <a:pt x="5218736" y="1652260"/>
                  </a:lnTo>
                  <a:lnTo>
                    <a:pt x="5158790" y="1698472"/>
                  </a:lnTo>
                  <a:lnTo>
                    <a:pt x="5088999" y="1727180"/>
                  </a:lnTo>
                  <a:lnTo>
                    <a:pt x="5014074" y="1736991"/>
                  </a:lnTo>
                  <a:lnTo>
                    <a:pt x="289433" y="1737360"/>
                  </a:lnTo>
                  <a:lnTo>
                    <a:pt x="214507" y="1727503"/>
                  </a:lnTo>
                  <a:lnTo>
                    <a:pt x="144716" y="1698472"/>
                  </a:lnTo>
                  <a:lnTo>
                    <a:pt x="84731" y="1652576"/>
                  </a:lnTo>
                  <a:lnTo>
                    <a:pt x="38519" y="1592630"/>
                  </a:lnTo>
                  <a:lnTo>
                    <a:pt x="9805" y="1522839"/>
                  </a:lnTo>
                  <a:lnTo>
                    <a:pt x="0" y="1447914"/>
                  </a:lnTo>
                  <a:lnTo>
                    <a:pt x="0" y="289432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44983" y="1799618"/>
            <a:ext cx="446659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324485">
              <a:lnSpc>
                <a:spcPct val="100000"/>
              </a:lnSpc>
              <a:spcBef>
                <a:spcPts val="990"/>
              </a:spcBef>
            </a:pPr>
            <a:r>
              <a:rPr dirty="0" sz="1400" spc="-135">
                <a:solidFill>
                  <a:srgbClr val="10224B"/>
                </a:solidFill>
                <a:latin typeface="Arial Black"/>
                <a:cs typeface="Arial Black"/>
              </a:rPr>
              <a:t>Team</a:t>
            </a:r>
            <a:r>
              <a:rPr dirty="0" sz="1400" spc="-9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Collaboration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Participated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team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meetings,</a:t>
            </a:r>
            <a:r>
              <a:rPr dirty="0" sz="1100" spc="9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group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discussions,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8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collaborative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activities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to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support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effective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coordination.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083" y="3407035"/>
            <a:ext cx="5393055" cy="1826895"/>
            <a:chOff x="595083" y="3407035"/>
            <a:chExt cx="5393055" cy="18268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3407035"/>
              <a:ext cx="5392801" cy="18262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9724" y="342865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5013718" y="0"/>
                  </a:moveTo>
                  <a:lnTo>
                    <a:pt x="289433" y="0"/>
                  </a:lnTo>
                  <a:lnTo>
                    <a:pt x="251553" y="2479"/>
                  </a:lnTo>
                  <a:lnTo>
                    <a:pt x="178717" y="21865"/>
                  </a:lnTo>
                  <a:lnTo>
                    <a:pt x="113194" y="59716"/>
                  </a:lnTo>
                  <a:lnTo>
                    <a:pt x="59862" y="113194"/>
                  </a:lnTo>
                  <a:lnTo>
                    <a:pt x="22015" y="178717"/>
                  </a:lnTo>
                  <a:lnTo>
                    <a:pt x="2479" y="251581"/>
                  </a:lnTo>
                  <a:lnTo>
                    <a:pt x="0" y="289433"/>
                  </a:lnTo>
                  <a:lnTo>
                    <a:pt x="0" y="1447914"/>
                  </a:lnTo>
                  <a:lnTo>
                    <a:pt x="2450" y="1485410"/>
                  </a:lnTo>
                  <a:lnTo>
                    <a:pt x="2473" y="1485765"/>
                  </a:lnTo>
                  <a:lnTo>
                    <a:pt x="9735" y="1522483"/>
                  </a:lnTo>
                  <a:lnTo>
                    <a:pt x="9805" y="1522839"/>
                  </a:lnTo>
                  <a:lnTo>
                    <a:pt x="21745" y="1558274"/>
                  </a:lnTo>
                  <a:lnTo>
                    <a:pt x="38519" y="1592630"/>
                  </a:lnTo>
                  <a:lnTo>
                    <a:pt x="84731" y="1652576"/>
                  </a:lnTo>
                  <a:lnTo>
                    <a:pt x="144716" y="1698472"/>
                  </a:lnTo>
                  <a:lnTo>
                    <a:pt x="214507" y="1727503"/>
                  </a:lnTo>
                  <a:lnTo>
                    <a:pt x="289433" y="1737360"/>
                  </a:lnTo>
                  <a:lnTo>
                    <a:pt x="5014074" y="1736991"/>
                  </a:lnTo>
                  <a:lnTo>
                    <a:pt x="5088999" y="1727180"/>
                  </a:lnTo>
                  <a:lnTo>
                    <a:pt x="5158790" y="1698472"/>
                  </a:lnTo>
                  <a:lnTo>
                    <a:pt x="5218736" y="1652260"/>
                  </a:lnTo>
                  <a:lnTo>
                    <a:pt x="5264632" y="1592275"/>
                  </a:lnTo>
                  <a:lnTo>
                    <a:pt x="5293542" y="1522839"/>
                  </a:lnTo>
                  <a:lnTo>
                    <a:pt x="5293663" y="1522483"/>
                  </a:lnTo>
                  <a:lnTo>
                    <a:pt x="5300968" y="1485765"/>
                  </a:lnTo>
                  <a:lnTo>
                    <a:pt x="5301038" y="1485410"/>
                  </a:lnTo>
                  <a:lnTo>
                    <a:pt x="5303496" y="1447914"/>
                  </a:lnTo>
                  <a:lnTo>
                    <a:pt x="5303520" y="1447558"/>
                  </a:lnTo>
                  <a:lnTo>
                    <a:pt x="5303151" y="289433"/>
                  </a:lnTo>
                  <a:lnTo>
                    <a:pt x="5293340" y="214507"/>
                  </a:lnTo>
                  <a:lnTo>
                    <a:pt x="5264632" y="144716"/>
                  </a:lnTo>
                  <a:lnTo>
                    <a:pt x="5218420" y="84775"/>
                  </a:lnTo>
                  <a:lnTo>
                    <a:pt x="5158435" y="38874"/>
                  </a:lnTo>
                  <a:lnTo>
                    <a:pt x="5088643" y="9850"/>
                  </a:lnTo>
                  <a:lnTo>
                    <a:pt x="5051570" y="2479"/>
                  </a:lnTo>
                  <a:lnTo>
                    <a:pt x="501371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9724" y="342865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0" y="289433"/>
                  </a:moveTo>
                  <a:lnTo>
                    <a:pt x="2479" y="251581"/>
                  </a:lnTo>
                  <a:lnTo>
                    <a:pt x="9850" y="214507"/>
                  </a:lnTo>
                  <a:lnTo>
                    <a:pt x="38874" y="144716"/>
                  </a:lnTo>
                  <a:lnTo>
                    <a:pt x="84775" y="84731"/>
                  </a:lnTo>
                  <a:lnTo>
                    <a:pt x="144716" y="38519"/>
                  </a:lnTo>
                  <a:lnTo>
                    <a:pt x="214507" y="9805"/>
                  </a:lnTo>
                  <a:lnTo>
                    <a:pt x="289433" y="0"/>
                  </a:lnTo>
                  <a:lnTo>
                    <a:pt x="5013718" y="0"/>
                  </a:lnTo>
                  <a:lnTo>
                    <a:pt x="5088643" y="9850"/>
                  </a:lnTo>
                  <a:lnTo>
                    <a:pt x="5158435" y="38874"/>
                  </a:lnTo>
                  <a:lnTo>
                    <a:pt x="5218420" y="84775"/>
                  </a:lnTo>
                  <a:lnTo>
                    <a:pt x="5264632" y="144716"/>
                  </a:lnTo>
                  <a:lnTo>
                    <a:pt x="5293340" y="214507"/>
                  </a:lnTo>
                  <a:lnTo>
                    <a:pt x="5303151" y="289433"/>
                  </a:lnTo>
                  <a:lnTo>
                    <a:pt x="5303520" y="1447558"/>
                  </a:lnTo>
                  <a:lnTo>
                    <a:pt x="5301038" y="1485410"/>
                  </a:lnTo>
                  <a:lnTo>
                    <a:pt x="5293663" y="1522483"/>
                  </a:lnTo>
                  <a:lnTo>
                    <a:pt x="5264632" y="1592275"/>
                  </a:lnTo>
                  <a:lnTo>
                    <a:pt x="5218736" y="1652260"/>
                  </a:lnTo>
                  <a:lnTo>
                    <a:pt x="5158790" y="1698472"/>
                  </a:lnTo>
                  <a:lnTo>
                    <a:pt x="5088999" y="1727180"/>
                  </a:lnTo>
                  <a:lnTo>
                    <a:pt x="5014074" y="1736991"/>
                  </a:lnTo>
                  <a:lnTo>
                    <a:pt x="289433" y="1737360"/>
                  </a:lnTo>
                  <a:lnTo>
                    <a:pt x="214507" y="1727503"/>
                  </a:lnTo>
                  <a:lnTo>
                    <a:pt x="144716" y="1698472"/>
                  </a:lnTo>
                  <a:lnTo>
                    <a:pt x="84731" y="1652576"/>
                  </a:lnTo>
                  <a:lnTo>
                    <a:pt x="38519" y="1592630"/>
                  </a:lnTo>
                  <a:lnTo>
                    <a:pt x="9805" y="1522839"/>
                  </a:lnTo>
                  <a:lnTo>
                    <a:pt x="0" y="1447914"/>
                  </a:lnTo>
                  <a:lnTo>
                    <a:pt x="0" y="289433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2863" y="3902737"/>
            <a:ext cx="4410710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381000">
              <a:lnSpc>
                <a:spcPct val="100000"/>
              </a:lnSpc>
              <a:spcBef>
                <a:spcPts val="990"/>
              </a:spcBef>
            </a:pPr>
            <a:r>
              <a:rPr dirty="0" sz="1400" spc="-165">
                <a:solidFill>
                  <a:srgbClr val="10224B"/>
                </a:solidFill>
                <a:latin typeface="Arial Black"/>
                <a:cs typeface="Arial Black"/>
              </a:rPr>
              <a:t>Task</a:t>
            </a:r>
            <a:r>
              <a:rPr dirty="0" sz="1400" spc="-9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Execution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Focused</a:t>
            </a:r>
            <a:r>
              <a:rPr dirty="0" sz="1100" spc="1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on</a:t>
            </a:r>
            <a:r>
              <a:rPr dirty="0" sz="1100" spc="2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timely,</a:t>
            </a:r>
            <a:r>
              <a:rPr dirty="0" sz="1100" spc="1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efficient,</a:t>
            </a:r>
            <a:r>
              <a:rPr dirty="0" sz="1100" spc="2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careful,</a:t>
            </a:r>
            <a:r>
              <a:rPr dirty="0" sz="1100" spc="1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2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responsible</a:t>
            </a:r>
            <a:r>
              <a:rPr dirty="0" sz="1100" spc="19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2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of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tasks.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7203" y="3407035"/>
            <a:ext cx="5393055" cy="1826895"/>
            <a:chOff x="6127203" y="3407035"/>
            <a:chExt cx="5393055" cy="182689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203" y="3407035"/>
              <a:ext cx="5392801" cy="18262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1844" y="342865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5013718" y="0"/>
                  </a:moveTo>
                  <a:lnTo>
                    <a:pt x="289433" y="0"/>
                  </a:lnTo>
                  <a:lnTo>
                    <a:pt x="251553" y="2479"/>
                  </a:lnTo>
                  <a:lnTo>
                    <a:pt x="178717" y="21865"/>
                  </a:lnTo>
                  <a:lnTo>
                    <a:pt x="113194" y="59716"/>
                  </a:lnTo>
                  <a:lnTo>
                    <a:pt x="59862" y="113194"/>
                  </a:lnTo>
                  <a:lnTo>
                    <a:pt x="22015" y="178717"/>
                  </a:lnTo>
                  <a:lnTo>
                    <a:pt x="2479" y="251581"/>
                  </a:lnTo>
                  <a:lnTo>
                    <a:pt x="0" y="289433"/>
                  </a:lnTo>
                  <a:lnTo>
                    <a:pt x="0" y="1447914"/>
                  </a:lnTo>
                  <a:lnTo>
                    <a:pt x="9735" y="1522483"/>
                  </a:lnTo>
                  <a:lnTo>
                    <a:pt x="21745" y="1558274"/>
                  </a:lnTo>
                  <a:lnTo>
                    <a:pt x="21865" y="1558629"/>
                  </a:lnTo>
                  <a:lnTo>
                    <a:pt x="59716" y="1624157"/>
                  </a:lnTo>
                  <a:lnTo>
                    <a:pt x="113189" y="1677482"/>
                  </a:lnTo>
                  <a:lnTo>
                    <a:pt x="178717" y="1715334"/>
                  </a:lnTo>
                  <a:lnTo>
                    <a:pt x="251581" y="1734878"/>
                  </a:lnTo>
                  <a:lnTo>
                    <a:pt x="289433" y="1737360"/>
                  </a:lnTo>
                  <a:lnTo>
                    <a:pt x="5014074" y="1736991"/>
                  </a:lnTo>
                  <a:lnTo>
                    <a:pt x="5088999" y="1727180"/>
                  </a:lnTo>
                  <a:lnTo>
                    <a:pt x="5158790" y="1698472"/>
                  </a:lnTo>
                  <a:lnTo>
                    <a:pt x="5218736" y="1652260"/>
                  </a:lnTo>
                  <a:lnTo>
                    <a:pt x="5264632" y="1592275"/>
                  </a:lnTo>
                  <a:lnTo>
                    <a:pt x="5293542" y="1522839"/>
                  </a:lnTo>
                  <a:lnTo>
                    <a:pt x="5301038" y="1485410"/>
                  </a:lnTo>
                  <a:lnTo>
                    <a:pt x="5303520" y="1447558"/>
                  </a:lnTo>
                  <a:lnTo>
                    <a:pt x="5303151" y="289433"/>
                  </a:lnTo>
                  <a:lnTo>
                    <a:pt x="5293340" y="214507"/>
                  </a:lnTo>
                  <a:lnTo>
                    <a:pt x="5264632" y="144716"/>
                  </a:lnTo>
                  <a:lnTo>
                    <a:pt x="5218420" y="84775"/>
                  </a:lnTo>
                  <a:lnTo>
                    <a:pt x="5158435" y="38874"/>
                  </a:lnTo>
                  <a:lnTo>
                    <a:pt x="5088643" y="9850"/>
                  </a:lnTo>
                  <a:lnTo>
                    <a:pt x="5051570" y="2479"/>
                  </a:lnTo>
                  <a:lnTo>
                    <a:pt x="5013718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1844" y="3428651"/>
              <a:ext cx="5303520" cy="1737360"/>
            </a:xfrm>
            <a:custGeom>
              <a:avLst/>
              <a:gdLst/>
              <a:ahLst/>
              <a:cxnLst/>
              <a:rect l="l" t="t" r="r" b="b"/>
              <a:pathLst>
                <a:path w="5303520" h="1737360">
                  <a:moveTo>
                    <a:pt x="0" y="289433"/>
                  </a:moveTo>
                  <a:lnTo>
                    <a:pt x="2479" y="251581"/>
                  </a:lnTo>
                  <a:lnTo>
                    <a:pt x="9850" y="214507"/>
                  </a:lnTo>
                  <a:lnTo>
                    <a:pt x="38874" y="144716"/>
                  </a:lnTo>
                  <a:lnTo>
                    <a:pt x="84775" y="84731"/>
                  </a:lnTo>
                  <a:lnTo>
                    <a:pt x="144716" y="38519"/>
                  </a:lnTo>
                  <a:lnTo>
                    <a:pt x="214507" y="9805"/>
                  </a:lnTo>
                  <a:lnTo>
                    <a:pt x="289433" y="0"/>
                  </a:lnTo>
                  <a:lnTo>
                    <a:pt x="5013718" y="0"/>
                  </a:lnTo>
                  <a:lnTo>
                    <a:pt x="5088643" y="9850"/>
                  </a:lnTo>
                  <a:lnTo>
                    <a:pt x="5158435" y="38874"/>
                  </a:lnTo>
                  <a:lnTo>
                    <a:pt x="5218420" y="84775"/>
                  </a:lnTo>
                  <a:lnTo>
                    <a:pt x="5264632" y="144716"/>
                  </a:lnTo>
                  <a:lnTo>
                    <a:pt x="5293340" y="214507"/>
                  </a:lnTo>
                  <a:lnTo>
                    <a:pt x="5303151" y="289433"/>
                  </a:lnTo>
                  <a:lnTo>
                    <a:pt x="5303520" y="1447558"/>
                  </a:lnTo>
                  <a:lnTo>
                    <a:pt x="5301038" y="1485410"/>
                  </a:lnTo>
                  <a:lnTo>
                    <a:pt x="5293663" y="1522483"/>
                  </a:lnTo>
                  <a:lnTo>
                    <a:pt x="5264632" y="1592275"/>
                  </a:lnTo>
                  <a:lnTo>
                    <a:pt x="5218736" y="1652260"/>
                  </a:lnTo>
                  <a:lnTo>
                    <a:pt x="5158790" y="1698472"/>
                  </a:lnTo>
                  <a:lnTo>
                    <a:pt x="5088999" y="1727180"/>
                  </a:lnTo>
                  <a:lnTo>
                    <a:pt x="5014074" y="1736991"/>
                  </a:lnTo>
                  <a:lnTo>
                    <a:pt x="289433" y="1737360"/>
                  </a:lnTo>
                  <a:lnTo>
                    <a:pt x="214507" y="1727503"/>
                  </a:lnTo>
                  <a:lnTo>
                    <a:pt x="144716" y="1698472"/>
                  </a:lnTo>
                  <a:lnTo>
                    <a:pt x="84731" y="1652576"/>
                  </a:lnTo>
                  <a:lnTo>
                    <a:pt x="38519" y="1592630"/>
                  </a:lnTo>
                  <a:lnTo>
                    <a:pt x="9805" y="1522839"/>
                  </a:lnTo>
                  <a:lnTo>
                    <a:pt x="0" y="1447914"/>
                  </a:lnTo>
                  <a:lnTo>
                    <a:pt x="0" y="289433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444983" y="3902737"/>
            <a:ext cx="475043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40640">
              <a:lnSpc>
                <a:spcPct val="100000"/>
              </a:lnSpc>
              <a:spcBef>
                <a:spcPts val="990"/>
              </a:spcBef>
            </a:pPr>
            <a:r>
              <a:rPr dirty="0" sz="1400" spc="-85">
                <a:solidFill>
                  <a:srgbClr val="10224B"/>
                </a:solidFill>
                <a:latin typeface="Arial Black"/>
                <a:cs typeface="Arial Black"/>
              </a:rPr>
              <a:t>Professional</a:t>
            </a:r>
            <a:r>
              <a:rPr dirty="0" sz="1400" spc="-4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Skills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Developed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practical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exposure,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communication,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teamwork,</a:t>
            </a:r>
            <a:r>
              <a:rPr dirty="0" sz="1100" spc="1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coordination,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1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professional</a:t>
            </a:r>
            <a:r>
              <a:rPr dirty="0" sz="1100" spc="1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responsibility.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5439" y="5510511"/>
            <a:ext cx="10925175" cy="1506855"/>
            <a:chOff x="595439" y="5510511"/>
            <a:chExt cx="10925175" cy="15068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39" y="5510511"/>
              <a:ext cx="10924921" cy="150625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0079" y="5532126"/>
              <a:ext cx="10835640" cy="1417320"/>
            </a:xfrm>
            <a:custGeom>
              <a:avLst/>
              <a:gdLst/>
              <a:ahLst/>
              <a:cxnLst/>
              <a:rect l="l" t="t" r="r" b="b"/>
              <a:pathLst>
                <a:path w="10835640" h="1417320">
                  <a:moveTo>
                    <a:pt x="105991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10599483" y="1416964"/>
                  </a:lnTo>
                  <a:lnTo>
                    <a:pt x="10660548" y="1408950"/>
                  </a:lnTo>
                  <a:lnTo>
                    <a:pt x="10717555" y="1385277"/>
                  </a:lnTo>
                  <a:lnTo>
                    <a:pt x="10766428" y="1347884"/>
                  </a:lnTo>
                  <a:lnTo>
                    <a:pt x="10803966" y="1298879"/>
                  </a:lnTo>
                  <a:lnTo>
                    <a:pt x="10827508" y="1242228"/>
                  </a:lnTo>
                  <a:lnTo>
                    <a:pt x="10835615" y="1181163"/>
                  </a:lnTo>
                  <a:lnTo>
                    <a:pt x="10835640" y="1180795"/>
                  </a:lnTo>
                  <a:lnTo>
                    <a:pt x="10835284" y="236156"/>
                  </a:lnTo>
                  <a:lnTo>
                    <a:pt x="10827270" y="175091"/>
                  </a:lnTo>
                  <a:lnTo>
                    <a:pt x="10803597" y="118084"/>
                  </a:lnTo>
                  <a:lnTo>
                    <a:pt x="10766204" y="69211"/>
                  </a:lnTo>
                  <a:lnTo>
                    <a:pt x="10717199" y="31673"/>
                  </a:lnTo>
                  <a:lnTo>
                    <a:pt x="10660181" y="8007"/>
                  </a:lnTo>
                  <a:lnTo>
                    <a:pt x="10629969" y="2012"/>
                  </a:lnTo>
                  <a:lnTo>
                    <a:pt x="10599115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0079" y="5532126"/>
              <a:ext cx="10835640" cy="1417320"/>
            </a:xfrm>
            <a:custGeom>
              <a:avLst/>
              <a:gdLst/>
              <a:ahLst/>
              <a:cxnLst/>
              <a:rect l="l" t="t" r="r" b="b"/>
              <a:pathLst>
                <a:path w="108356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10599115" y="0"/>
                  </a:lnTo>
                  <a:lnTo>
                    <a:pt x="10660181" y="8007"/>
                  </a:lnTo>
                  <a:lnTo>
                    <a:pt x="10717199" y="31673"/>
                  </a:lnTo>
                  <a:lnTo>
                    <a:pt x="10766204" y="69211"/>
                  </a:lnTo>
                  <a:lnTo>
                    <a:pt x="10803597" y="118084"/>
                  </a:lnTo>
                  <a:lnTo>
                    <a:pt x="10827270" y="175091"/>
                  </a:lnTo>
                  <a:lnTo>
                    <a:pt x="10835284" y="236156"/>
                  </a:lnTo>
                  <a:lnTo>
                    <a:pt x="10835640" y="1180795"/>
                  </a:lnTo>
                  <a:lnTo>
                    <a:pt x="10833627" y="1211649"/>
                  </a:lnTo>
                  <a:lnTo>
                    <a:pt x="10827632" y="1241861"/>
                  </a:lnTo>
                  <a:lnTo>
                    <a:pt x="10803966" y="1298879"/>
                  </a:lnTo>
                  <a:lnTo>
                    <a:pt x="10766428" y="1347884"/>
                  </a:lnTo>
                  <a:lnTo>
                    <a:pt x="10717555" y="1385277"/>
                  </a:lnTo>
                  <a:lnTo>
                    <a:pt x="10660548" y="1408950"/>
                  </a:lnTo>
                  <a:lnTo>
                    <a:pt x="105994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97737" y="5930283"/>
            <a:ext cx="8055609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075429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Demonstrated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Strengths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awareness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•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Teamwork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•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Communication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•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Responsibility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•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Time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management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•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Collaborative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working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Certification</a:t>
            </a:r>
            <a:r>
              <a:rPr dirty="0" spc="-180"/>
              <a:t> </a:t>
            </a:r>
            <a:r>
              <a:rPr dirty="0" spc="-385"/>
              <a:t>&amp;</a:t>
            </a:r>
            <a:r>
              <a:rPr dirty="0" spc="-175"/>
              <a:t> </a:t>
            </a:r>
            <a:r>
              <a:rPr dirty="0" spc="-130"/>
              <a:t>Official</a:t>
            </a:r>
            <a:r>
              <a:rPr dirty="0" spc="-185"/>
              <a:t> </a:t>
            </a:r>
            <a:r>
              <a:rPr dirty="0" spc="-114"/>
              <a:t>Verification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6523" y="1304271"/>
            <a:ext cx="10742295" cy="4587875"/>
            <a:chOff x="686523" y="1304271"/>
            <a:chExt cx="10742295" cy="4587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1304271"/>
              <a:ext cx="4020845" cy="8384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164" y="1325886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1965960" y="749515"/>
                  </a:lnTo>
                  <a:lnTo>
                    <a:pt x="3931551" y="749515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1304271"/>
              <a:ext cx="6809765" cy="83845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63440" y="1325886"/>
              <a:ext cx="6720840" cy="749935"/>
            </a:xfrm>
            <a:custGeom>
              <a:avLst/>
              <a:gdLst/>
              <a:ahLst/>
              <a:cxnLst/>
              <a:rect l="l" t="t" r="r" b="b"/>
              <a:pathLst>
                <a:path w="6720840" h="749935">
                  <a:moveTo>
                    <a:pt x="67204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360242" y="749515"/>
                  </a:lnTo>
                  <a:lnTo>
                    <a:pt x="6720484" y="749515"/>
                  </a:lnTo>
                  <a:lnTo>
                    <a:pt x="67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2054142"/>
              <a:ext cx="4020845" cy="8384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164" y="2075770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1965960" y="749515"/>
                  </a:lnTo>
                  <a:lnTo>
                    <a:pt x="3931551" y="749515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2054142"/>
              <a:ext cx="6809765" cy="83846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63440" y="2075770"/>
              <a:ext cx="6720840" cy="749935"/>
            </a:xfrm>
            <a:custGeom>
              <a:avLst/>
              <a:gdLst/>
              <a:ahLst/>
              <a:cxnLst/>
              <a:rect l="l" t="t" r="r" b="b"/>
              <a:pathLst>
                <a:path w="6720840" h="749935">
                  <a:moveTo>
                    <a:pt x="67204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360242" y="749515"/>
                  </a:lnTo>
                  <a:lnTo>
                    <a:pt x="6720484" y="749515"/>
                  </a:lnTo>
                  <a:lnTo>
                    <a:pt x="67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2804027"/>
              <a:ext cx="4020845" cy="83845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1164" y="2825642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1965960" y="749528"/>
                  </a:lnTo>
                  <a:lnTo>
                    <a:pt x="3931551" y="749528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2804027"/>
              <a:ext cx="6809765" cy="83845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40" y="2825642"/>
              <a:ext cx="6720840" cy="749935"/>
            </a:xfrm>
            <a:custGeom>
              <a:avLst/>
              <a:gdLst/>
              <a:ahLst/>
              <a:cxnLst/>
              <a:rect l="l" t="t" r="r" b="b"/>
              <a:pathLst>
                <a:path w="6720840" h="749935">
                  <a:moveTo>
                    <a:pt x="6720484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3360242" y="749528"/>
                  </a:lnTo>
                  <a:lnTo>
                    <a:pt x="6720484" y="749528"/>
                  </a:lnTo>
                  <a:lnTo>
                    <a:pt x="67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3553542"/>
              <a:ext cx="4020845" cy="83846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1164" y="3575171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1965960" y="749515"/>
                  </a:lnTo>
                  <a:lnTo>
                    <a:pt x="3931551" y="749515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3553542"/>
              <a:ext cx="6809765" cy="83846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63440" y="3575171"/>
              <a:ext cx="6720840" cy="749935"/>
            </a:xfrm>
            <a:custGeom>
              <a:avLst/>
              <a:gdLst/>
              <a:ahLst/>
              <a:cxnLst/>
              <a:rect l="l" t="t" r="r" b="b"/>
              <a:pathLst>
                <a:path w="6720840" h="749935">
                  <a:moveTo>
                    <a:pt x="672048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3360242" y="749515"/>
                  </a:lnTo>
                  <a:lnTo>
                    <a:pt x="6720484" y="749515"/>
                  </a:lnTo>
                  <a:lnTo>
                    <a:pt x="67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4303427"/>
              <a:ext cx="4020845" cy="83845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1164" y="4325042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1965960" y="749528"/>
                  </a:lnTo>
                  <a:lnTo>
                    <a:pt x="3931551" y="749528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4303427"/>
              <a:ext cx="6809765" cy="83845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63440" y="4325042"/>
              <a:ext cx="6720840" cy="749935"/>
            </a:xfrm>
            <a:custGeom>
              <a:avLst/>
              <a:gdLst/>
              <a:ahLst/>
              <a:cxnLst/>
              <a:rect l="l" t="t" r="r" b="b"/>
              <a:pathLst>
                <a:path w="6720840" h="749935">
                  <a:moveTo>
                    <a:pt x="6720484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3360242" y="749528"/>
                  </a:lnTo>
                  <a:lnTo>
                    <a:pt x="6720484" y="749528"/>
                  </a:lnTo>
                  <a:lnTo>
                    <a:pt x="67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523" y="5053311"/>
              <a:ext cx="4020845" cy="83845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31164" y="5074926"/>
              <a:ext cx="3931920" cy="749935"/>
            </a:xfrm>
            <a:custGeom>
              <a:avLst/>
              <a:gdLst/>
              <a:ahLst/>
              <a:cxnLst/>
              <a:rect l="l" t="t" r="r" b="b"/>
              <a:pathLst>
                <a:path w="3931920" h="749935">
                  <a:moveTo>
                    <a:pt x="3931551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1965960" y="749515"/>
                  </a:lnTo>
                  <a:lnTo>
                    <a:pt x="3931551" y="749515"/>
                  </a:lnTo>
                  <a:lnTo>
                    <a:pt x="3931551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799" y="5053311"/>
              <a:ext cx="6809765" cy="838453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663440" y="5074926"/>
            <a:ext cx="6720840" cy="749935"/>
          </a:xfrm>
          <a:custGeom>
            <a:avLst/>
            <a:gdLst/>
            <a:ahLst/>
            <a:cxnLst/>
            <a:rect l="l" t="t" r="r" b="b"/>
            <a:pathLst>
              <a:path w="6720840" h="749935">
                <a:moveTo>
                  <a:pt x="6720484" y="0"/>
                </a:moveTo>
                <a:lnTo>
                  <a:pt x="0" y="0"/>
                </a:lnTo>
                <a:lnTo>
                  <a:pt x="0" y="749515"/>
                </a:lnTo>
                <a:lnTo>
                  <a:pt x="3360242" y="749515"/>
                </a:lnTo>
                <a:lnTo>
                  <a:pt x="6720484" y="749515"/>
                </a:lnTo>
                <a:lnTo>
                  <a:pt x="67204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726484" y="1321206"/>
          <a:ext cx="10738485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1920"/>
                <a:gridCol w="6720840"/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4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Internship</a:t>
                      </a:r>
                      <a:r>
                        <a:rPr dirty="0" sz="110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2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Title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9525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2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Artificial</a:t>
                      </a:r>
                      <a:r>
                        <a:rPr dirty="0" sz="1100" spc="1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2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Intelligence</a:t>
                      </a:r>
                      <a:r>
                        <a:rPr dirty="0" sz="1100" spc="155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Intern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9525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6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Issuing</a:t>
                      </a:r>
                      <a:r>
                        <a:rPr dirty="0" sz="1100" spc="-5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Organization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InAmigos</a:t>
                      </a:r>
                      <a:r>
                        <a:rPr dirty="0" sz="1100" spc="22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Foundation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4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Internship</a:t>
                      </a:r>
                      <a:r>
                        <a:rPr dirty="0" sz="110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Duration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9525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August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2026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7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30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August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2026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(2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Weeks)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9525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7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Certificate</a:t>
                      </a:r>
                      <a:r>
                        <a:rPr dirty="0" sz="1100" spc="1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2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ID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9525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6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100" spc="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5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mentioned</a:t>
                      </a:r>
                      <a:r>
                        <a:rPr dirty="0" sz="1100" spc="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100" spc="15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55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55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offer</a:t>
                      </a:r>
                      <a:r>
                        <a:rPr dirty="0" sz="1100" spc="15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4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letter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9525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5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Organization</a:t>
                      </a:r>
                      <a:r>
                        <a:rPr dirty="0" sz="1100" spc="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6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Registration</a:t>
                      </a:r>
                      <a:r>
                        <a:rPr dirty="0" sz="1100" spc="1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U85300CT2020NPL010641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12700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65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CSR</a:t>
                      </a:r>
                      <a:r>
                        <a:rPr dirty="0" sz="1100" spc="-4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6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Registration</a:t>
                      </a:r>
                      <a:r>
                        <a:rPr dirty="0" sz="1100" spc="-4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100" spc="-10">
                          <a:solidFill>
                            <a:srgbClr val="10224B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B="0" marT="130175">
                    <a:lnL w="9525">
                      <a:solidFill>
                        <a:srgbClr val="D6DFE9"/>
                      </a:solidFill>
                      <a:prstDash val="solid"/>
                    </a:lnL>
                    <a:lnR w="12700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9525">
                      <a:solidFill>
                        <a:srgbClr val="D6DF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solidFill>
                            <a:srgbClr val="182231"/>
                          </a:solidFill>
                          <a:latin typeface="Arial MT"/>
                          <a:cs typeface="Arial MT"/>
                        </a:rPr>
                        <a:t>CSR00083159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D6DFE9"/>
                      </a:solidFill>
                      <a:prstDash val="solid"/>
                    </a:lnL>
                    <a:lnR w="9525">
                      <a:solidFill>
                        <a:srgbClr val="D6DFE9"/>
                      </a:solidFill>
                      <a:prstDash val="solid"/>
                    </a:lnR>
                    <a:lnT w="12700">
                      <a:solidFill>
                        <a:srgbClr val="D6DFE9"/>
                      </a:solidFill>
                      <a:prstDash val="solid"/>
                    </a:lnT>
                    <a:lnB w="9525">
                      <a:solidFill>
                        <a:srgbClr val="D6DFE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9" name="object 29"/>
          <p:cNvGrpSpPr/>
          <p:nvPr/>
        </p:nvGrpSpPr>
        <p:grpSpPr>
          <a:xfrm>
            <a:off x="686523" y="6104502"/>
            <a:ext cx="10742930" cy="1049655"/>
            <a:chOff x="686523" y="6104502"/>
            <a:chExt cx="10742930" cy="104965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523" y="6104502"/>
              <a:ext cx="10742396" cy="104942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31164" y="6126131"/>
              <a:ext cx="10653395" cy="960755"/>
            </a:xfrm>
            <a:custGeom>
              <a:avLst/>
              <a:gdLst/>
              <a:ahLst/>
              <a:cxnLst/>
              <a:rect l="l" t="t" r="r" b="b"/>
              <a:pathLst>
                <a:path w="10653395" h="960754">
                  <a:moveTo>
                    <a:pt x="160553" y="0"/>
                  </a:moveTo>
                  <a:lnTo>
                    <a:pt x="118929" y="5532"/>
                  </a:lnTo>
                  <a:lnTo>
                    <a:pt x="80276" y="21589"/>
                  </a:lnTo>
                  <a:lnTo>
                    <a:pt x="47336" y="47018"/>
                  </a:lnTo>
                  <a:lnTo>
                    <a:pt x="21958" y="80276"/>
                  </a:lnTo>
                  <a:lnTo>
                    <a:pt x="5889" y="118751"/>
                  </a:lnTo>
                  <a:lnTo>
                    <a:pt x="355" y="160197"/>
                  </a:lnTo>
                  <a:lnTo>
                    <a:pt x="0" y="800277"/>
                  </a:lnTo>
                  <a:lnTo>
                    <a:pt x="1389" y="821220"/>
                  </a:lnTo>
                  <a:lnTo>
                    <a:pt x="1399" y="821375"/>
                  </a:lnTo>
                  <a:lnTo>
                    <a:pt x="5496" y="841724"/>
                  </a:lnTo>
                  <a:lnTo>
                    <a:pt x="5532" y="841902"/>
                  </a:lnTo>
                  <a:lnTo>
                    <a:pt x="12227" y="861485"/>
                  </a:lnTo>
                  <a:lnTo>
                    <a:pt x="12296" y="861685"/>
                  </a:lnTo>
                  <a:lnTo>
                    <a:pt x="21589" y="880554"/>
                  </a:lnTo>
                  <a:lnTo>
                    <a:pt x="33141" y="897717"/>
                  </a:lnTo>
                  <a:lnTo>
                    <a:pt x="33242" y="897867"/>
                  </a:lnTo>
                  <a:lnTo>
                    <a:pt x="62752" y="927231"/>
                  </a:lnTo>
                  <a:lnTo>
                    <a:pt x="98990" y="948174"/>
                  </a:lnTo>
                  <a:lnTo>
                    <a:pt x="139255" y="959075"/>
                  </a:lnTo>
                  <a:lnTo>
                    <a:pt x="160197" y="960475"/>
                  </a:lnTo>
                  <a:lnTo>
                    <a:pt x="10492917" y="960475"/>
                  </a:lnTo>
                  <a:lnTo>
                    <a:pt x="10534542" y="954941"/>
                  </a:lnTo>
                  <a:lnTo>
                    <a:pt x="10573194" y="938872"/>
                  </a:lnTo>
                  <a:lnTo>
                    <a:pt x="10606084" y="913495"/>
                  </a:lnTo>
                  <a:lnTo>
                    <a:pt x="10631512" y="880198"/>
                  </a:lnTo>
                  <a:lnTo>
                    <a:pt x="10647520" y="841902"/>
                  </a:lnTo>
                  <a:lnTo>
                    <a:pt x="10651684" y="821375"/>
                  </a:lnTo>
                  <a:lnTo>
                    <a:pt x="10651715" y="821220"/>
                  </a:lnTo>
                  <a:lnTo>
                    <a:pt x="10653115" y="800277"/>
                  </a:lnTo>
                  <a:lnTo>
                    <a:pt x="10653092" y="160197"/>
                  </a:lnTo>
                  <a:lnTo>
                    <a:pt x="10651715" y="139455"/>
                  </a:lnTo>
                  <a:lnTo>
                    <a:pt x="10640814" y="99145"/>
                  </a:lnTo>
                  <a:lnTo>
                    <a:pt x="10619866" y="62963"/>
                  </a:lnTo>
                  <a:lnTo>
                    <a:pt x="10590357" y="33599"/>
                  </a:lnTo>
                  <a:lnTo>
                    <a:pt x="10554125" y="12657"/>
                  </a:lnTo>
                  <a:lnTo>
                    <a:pt x="10513860" y="1755"/>
                  </a:lnTo>
                  <a:lnTo>
                    <a:pt x="10492917" y="355"/>
                  </a:lnTo>
                  <a:lnTo>
                    <a:pt x="160553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1164" y="6126131"/>
              <a:ext cx="10653395" cy="960755"/>
            </a:xfrm>
            <a:custGeom>
              <a:avLst/>
              <a:gdLst/>
              <a:ahLst/>
              <a:cxnLst/>
              <a:rect l="l" t="t" r="r" b="b"/>
              <a:pathLst>
                <a:path w="10653395" h="960754">
                  <a:moveTo>
                    <a:pt x="355" y="160197"/>
                  </a:moveTo>
                  <a:lnTo>
                    <a:pt x="1755" y="139255"/>
                  </a:lnTo>
                  <a:lnTo>
                    <a:pt x="5889" y="118751"/>
                  </a:lnTo>
                  <a:lnTo>
                    <a:pt x="21958" y="80276"/>
                  </a:lnTo>
                  <a:lnTo>
                    <a:pt x="47336" y="47018"/>
                  </a:lnTo>
                  <a:lnTo>
                    <a:pt x="80276" y="21589"/>
                  </a:lnTo>
                  <a:lnTo>
                    <a:pt x="118929" y="5532"/>
                  </a:lnTo>
                  <a:lnTo>
                    <a:pt x="160553" y="0"/>
                  </a:lnTo>
                  <a:lnTo>
                    <a:pt x="10492917" y="355"/>
                  </a:lnTo>
                  <a:lnTo>
                    <a:pt x="10534364" y="5889"/>
                  </a:lnTo>
                  <a:lnTo>
                    <a:pt x="10572838" y="21958"/>
                  </a:lnTo>
                  <a:lnTo>
                    <a:pt x="10606090" y="47336"/>
                  </a:lnTo>
                  <a:lnTo>
                    <a:pt x="10631512" y="80276"/>
                  </a:lnTo>
                  <a:lnTo>
                    <a:pt x="10647581" y="118929"/>
                  </a:lnTo>
                  <a:lnTo>
                    <a:pt x="10653115" y="160553"/>
                  </a:lnTo>
                  <a:lnTo>
                    <a:pt x="10653115" y="800277"/>
                  </a:lnTo>
                  <a:lnTo>
                    <a:pt x="10651715" y="821220"/>
                  </a:lnTo>
                  <a:lnTo>
                    <a:pt x="10647581" y="841724"/>
                  </a:lnTo>
                  <a:lnTo>
                    <a:pt x="10631512" y="880198"/>
                  </a:lnTo>
                  <a:lnTo>
                    <a:pt x="10606135" y="913450"/>
                  </a:lnTo>
                  <a:lnTo>
                    <a:pt x="10573194" y="938872"/>
                  </a:lnTo>
                  <a:lnTo>
                    <a:pt x="10534542" y="954941"/>
                  </a:lnTo>
                  <a:lnTo>
                    <a:pt x="10492917" y="960475"/>
                  </a:lnTo>
                  <a:lnTo>
                    <a:pt x="160197" y="960475"/>
                  </a:lnTo>
                  <a:lnTo>
                    <a:pt x="118751" y="954941"/>
                  </a:lnTo>
                  <a:lnTo>
                    <a:pt x="80276" y="938872"/>
                  </a:lnTo>
                  <a:lnTo>
                    <a:pt x="47018" y="913495"/>
                  </a:lnTo>
                  <a:lnTo>
                    <a:pt x="21589" y="880554"/>
                  </a:lnTo>
                  <a:lnTo>
                    <a:pt x="5532" y="841902"/>
                  </a:lnTo>
                  <a:lnTo>
                    <a:pt x="0" y="800277"/>
                  </a:lnTo>
                  <a:lnTo>
                    <a:pt x="355" y="16019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66863" y="6296043"/>
            <a:ext cx="8022590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349115">
              <a:lnSpc>
                <a:spcPct val="100000"/>
              </a:lnSpc>
              <a:spcBef>
                <a:spcPts val="990"/>
              </a:spcBef>
            </a:pPr>
            <a:r>
              <a:rPr dirty="0" sz="1400" spc="-80">
                <a:solidFill>
                  <a:srgbClr val="10224B"/>
                </a:solidFill>
                <a:latin typeface="Arial Black"/>
                <a:cs typeface="Arial Black"/>
              </a:rPr>
              <a:t>Verification</a:t>
            </a:r>
            <a:r>
              <a:rPr dirty="0" sz="1400" spc="-3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0224B"/>
                </a:solidFill>
                <a:latin typeface="Arial Black"/>
                <a:cs typeface="Arial Black"/>
              </a:rPr>
              <a:t>Note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offer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letter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dated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15/08/2026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identifies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position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at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InAmigos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Foundation.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Certification</a:t>
            </a:r>
            <a:r>
              <a:rPr dirty="0" spc="-180"/>
              <a:t> </a:t>
            </a:r>
            <a:r>
              <a:rPr dirty="0" spc="-385"/>
              <a:t>&amp;</a:t>
            </a:r>
            <a:r>
              <a:rPr dirty="0" spc="-175"/>
              <a:t> </a:t>
            </a:r>
            <a:r>
              <a:rPr dirty="0" spc="-130"/>
              <a:t>Official</a:t>
            </a:r>
            <a:r>
              <a:rPr dirty="0" spc="-185"/>
              <a:t> </a:t>
            </a:r>
            <a:r>
              <a:rPr dirty="0" spc="-114"/>
              <a:t>Verification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6155" y="1349267"/>
            <a:ext cx="5210810" cy="2192655"/>
            <a:chOff x="686155" y="1349267"/>
            <a:chExt cx="5210810" cy="2192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155" y="1349267"/>
              <a:ext cx="5210276" cy="21924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0796" y="1370882"/>
              <a:ext cx="5121275" cy="2103755"/>
            </a:xfrm>
            <a:custGeom>
              <a:avLst/>
              <a:gdLst/>
              <a:ahLst/>
              <a:cxnLst/>
              <a:rect l="l" t="t" r="r" b="b"/>
              <a:pathLst>
                <a:path w="5121275" h="2103754">
                  <a:moveTo>
                    <a:pt x="351002" y="0"/>
                  </a:moveTo>
                  <a:lnTo>
                    <a:pt x="305132" y="3015"/>
                  </a:lnTo>
                  <a:lnTo>
                    <a:pt x="260240" y="11972"/>
                  </a:lnTo>
                  <a:lnTo>
                    <a:pt x="216898" y="26735"/>
                  </a:lnTo>
                  <a:lnTo>
                    <a:pt x="175679" y="47167"/>
                  </a:lnTo>
                  <a:lnTo>
                    <a:pt x="137475" y="72607"/>
                  </a:lnTo>
                  <a:lnTo>
                    <a:pt x="103050" y="102739"/>
                  </a:lnTo>
                  <a:lnTo>
                    <a:pt x="72812" y="137125"/>
                  </a:lnTo>
                  <a:lnTo>
                    <a:pt x="47167" y="175323"/>
                  </a:lnTo>
                  <a:lnTo>
                    <a:pt x="26943" y="216537"/>
                  </a:lnTo>
                  <a:lnTo>
                    <a:pt x="12290" y="259880"/>
                  </a:lnTo>
                  <a:lnTo>
                    <a:pt x="3376" y="304775"/>
                  </a:lnTo>
                  <a:lnTo>
                    <a:pt x="368" y="350647"/>
                  </a:lnTo>
                  <a:lnTo>
                    <a:pt x="0" y="1752841"/>
                  </a:lnTo>
                  <a:lnTo>
                    <a:pt x="3015" y="1798712"/>
                  </a:lnTo>
                  <a:lnTo>
                    <a:pt x="11972" y="1843608"/>
                  </a:lnTo>
                  <a:lnTo>
                    <a:pt x="26735" y="1886950"/>
                  </a:lnTo>
                  <a:lnTo>
                    <a:pt x="47167" y="1928164"/>
                  </a:lnTo>
                  <a:lnTo>
                    <a:pt x="72607" y="1966368"/>
                  </a:lnTo>
                  <a:lnTo>
                    <a:pt x="102739" y="2000794"/>
                  </a:lnTo>
                  <a:lnTo>
                    <a:pt x="137125" y="2031036"/>
                  </a:lnTo>
                  <a:lnTo>
                    <a:pt x="175323" y="2056688"/>
                  </a:lnTo>
                  <a:lnTo>
                    <a:pt x="216537" y="2076908"/>
                  </a:lnTo>
                  <a:lnTo>
                    <a:pt x="259880" y="2091561"/>
                  </a:lnTo>
                  <a:lnTo>
                    <a:pt x="304775" y="2100478"/>
                  </a:lnTo>
                  <a:lnTo>
                    <a:pt x="350647" y="2103488"/>
                  </a:lnTo>
                  <a:lnTo>
                    <a:pt x="4770361" y="2103488"/>
                  </a:lnTo>
                  <a:lnTo>
                    <a:pt x="4816145" y="2100478"/>
                  </a:lnTo>
                  <a:lnTo>
                    <a:pt x="4860897" y="2091561"/>
                  </a:lnTo>
                  <a:lnTo>
                    <a:pt x="4904470" y="2076752"/>
                  </a:lnTo>
                  <a:lnTo>
                    <a:pt x="4945684" y="2056320"/>
                  </a:lnTo>
                  <a:lnTo>
                    <a:pt x="4983888" y="2030881"/>
                  </a:lnTo>
                  <a:lnTo>
                    <a:pt x="5018261" y="2000794"/>
                  </a:lnTo>
                  <a:lnTo>
                    <a:pt x="5048551" y="1966368"/>
                  </a:lnTo>
                  <a:lnTo>
                    <a:pt x="5074208" y="1928164"/>
                  </a:lnTo>
                  <a:lnTo>
                    <a:pt x="5094428" y="1886950"/>
                  </a:lnTo>
                  <a:lnTo>
                    <a:pt x="5109081" y="1843608"/>
                  </a:lnTo>
                  <a:lnTo>
                    <a:pt x="5117998" y="1798712"/>
                  </a:lnTo>
                  <a:lnTo>
                    <a:pt x="5121008" y="1752841"/>
                  </a:lnTo>
                  <a:lnTo>
                    <a:pt x="5120984" y="350647"/>
                  </a:lnTo>
                  <a:lnTo>
                    <a:pt x="5117992" y="305132"/>
                  </a:lnTo>
                  <a:lnTo>
                    <a:pt x="5109035" y="260240"/>
                  </a:lnTo>
                  <a:lnTo>
                    <a:pt x="5094272" y="216898"/>
                  </a:lnTo>
                  <a:lnTo>
                    <a:pt x="5073840" y="175679"/>
                  </a:lnTo>
                  <a:lnTo>
                    <a:pt x="5048401" y="137475"/>
                  </a:lnTo>
                  <a:lnTo>
                    <a:pt x="5018268" y="103050"/>
                  </a:lnTo>
                  <a:lnTo>
                    <a:pt x="4983882" y="72812"/>
                  </a:lnTo>
                  <a:lnTo>
                    <a:pt x="4945684" y="47167"/>
                  </a:lnTo>
                  <a:lnTo>
                    <a:pt x="4904470" y="26943"/>
                  </a:lnTo>
                  <a:lnTo>
                    <a:pt x="4861128" y="12290"/>
                  </a:lnTo>
                  <a:lnTo>
                    <a:pt x="4816232" y="3376"/>
                  </a:lnTo>
                  <a:lnTo>
                    <a:pt x="4770361" y="368"/>
                  </a:lnTo>
                  <a:lnTo>
                    <a:pt x="35100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0796" y="1370882"/>
              <a:ext cx="5121275" cy="2103755"/>
            </a:xfrm>
            <a:custGeom>
              <a:avLst/>
              <a:gdLst/>
              <a:ahLst/>
              <a:cxnLst/>
              <a:rect l="l" t="t" r="r" b="b"/>
              <a:pathLst>
                <a:path w="5121275" h="2103754">
                  <a:moveTo>
                    <a:pt x="368" y="350647"/>
                  </a:moveTo>
                  <a:lnTo>
                    <a:pt x="3376" y="304775"/>
                  </a:lnTo>
                  <a:lnTo>
                    <a:pt x="12290" y="259880"/>
                  </a:lnTo>
                  <a:lnTo>
                    <a:pt x="26943" y="216537"/>
                  </a:lnTo>
                  <a:lnTo>
                    <a:pt x="47167" y="175323"/>
                  </a:lnTo>
                  <a:lnTo>
                    <a:pt x="72812" y="137125"/>
                  </a:lnTo>
                  <a:lnTo>
                    <a:pt x="103050" y="102739"/>
                  </a:lnTo>
                  <a:lnTo>
                    <a:pt x="137475" y="72607"/>
                  </a:lnTo>
                  <a:lnTo>
                    <a:pt x="175679" y="47167"/>
                  </a:lnTo>
                  <a:lnTo>
                    <a:pt x="216898" y="26735"/>
                  </a:lnTo>
                  <a:lnTo>
                    <a:pt x="260240" y="11972"/>
                  </a:lnTo>
                  <a:lnTo>
                    <a:pt x="305132" y="3015"/>
                  </a:lnTo>
                  <a:lnTo>
                    <a:pt x="351002" y="0"/>
                  </a:lnTo>
                  <a:lnTo>
                    <a:pt x="4770361" y="368"/>
                  </a:lnTo>
                  <a:lnTo>
                    <a:pt x="4816232" y="3376"/>
                  </a:lnTo>
                  <a:lnTo>
                    <a:pt x="4861128" y="12290"/>
                  </a:lnTo>
                  <a:lnTo>
                    <a:pt x="4904470" y="26943"/>
                  </a:lnTo>
                  <a:lnTo>
                    <a:pt x="4945684" y="47167"/>
                  </a:lnTo>
                  <a:lnTo>
                    <a:pt x="4983882" y="72812"/>
                  </a:lnTo>
                  <a:lnTo>
                    <a:pt x="5018268" y="103050"/>
                  </a:lnTo>
                  <a:lnTo>
                    <a:pt x="5048401" y="137475"/>
                  </a:lnTo>
                  <a:lnTo>
                    <a:pt x="5073840" y="175679"/>
                  </a:lnTo>
                  <a:lnTo>
                    <a:pt x="5094272" y="216898"/>
                  </a:lnTo>
                  <a:lnTo>
                    <a:pt x="5109035" y="260240"/>
                  </a:lnTo>
                  <a:lnTo>
                    <a:pt x="5117992" y="305132"/>
                  </a:lnTo>
                  <a:lnTo>
                    <a:pt x="5121008" y="351002"/>
                  </a:lnTo>
                  <a:lnTo>
                    <a:pt x="5121008" y="1752841"/>
                  </a:lnTo>
                  <a:lnTo>
                    <a:pt x="5117998" y="1798712"/>
                  </a:lnTo>
                  <a:lnTo>
                    <a:pt x="5109081" y="1843608"/>
                  </a:lnTo>
                  <a:lnTo>
                    <a:pt x="5094428" y="1886950"/>
                  </a:lnTo>
                  <a:lnTo>
                    <a:pt x="5074208" y="1928164"/>
                  </a:lnTo>
                  <a:lnTo>
                    <a:pt x="5048556" y="1966362"/>
                  </a:lnTo>
                  <a:lnTo>
                    <a:pt x="5018314" y="2000748"/>
                  </a:lnTo>
                  <a:lnTo>
                    <a:pt x="4983888" y="2030881"/>
                  </a:lnTo>
                  <a:lnTo>
                    <a:pt x="4945684" y="2056320"/>
                  </a:lnTo>
                  <a:lnTo>
                    <a:pt x="4904470" y="2076752"/>
                  </a:lnTo>
                  <a:lnTo>
                    <a:pt x="4861128" y="2091515"/>
                  </a:lnTo>
                  <a:lnTo>
                    <a:pt x="4816232" y="2100472"/>
                  </a:lnTo>
                  <a:lnTo>
                    <a:pt x="4770361" y="2103488"/>
                  </a:lnTo>
                  <a:lnTo>
                    <a:pt x="350647" y="2103488"/>
                  </a:lnTo>
                  <a:lnTo>
                    <a:pt x="304775" y="2100478"/>
                  </a:lnTo>
                  <a:lnTo>
                    <a:pt x="259880" y="2091561"/>
                  </a:lnTo>
                  <a:lnTo>
                    <a:pt x="216537" y="2076908"/>
                  </a:lnTo>
                  <a:lnTo>
                    <a:pt x="175323" y="2056688"/>
                  </a:lnTo>
                  <a:lnTo>
                    <a:pt x="137125" y="2031036"/>
                  </a:lnTo>
                  <a:lnTo>
                    <a:pt x="102739" y="2000794"/>
                  </a:lnTo>
                  <a:lnTo>
                    <a:pt x="72607" y="1966368"/>
                  </a:lnTo>
                  <a:lnTo>
                    <a:pt x="47167" y="1928164"/>
                  </a:lnTo>
                  <a:lnTo>
                    <a:pt x="26735" y="1886950"/>
                  </a:lnTo>
                  <a:lnTo>
                    <a:pt x="11972" y="1843608"/>
                  </a:lnTo>
                  <a:lnTo>
                    <a:pt x="3015" y="1798712"/>
                  </a:lnTo>
                  <a:lnTo>
                    <a:pt x="0" y="1752841"/>
                  </a:lnTo>
                  <a:lnTo>
                    <a:pt x="368" y="35064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33866" y="1973790"/>
            <a:ext cx="1748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>
                <a:solidFill>
                  <a:srgbClr val="10224B"/>
                </a:solidFill>
                <a:latin typeface="Arial Black"/>
                <a:cs typeface="Arial Black"/>
              </a:rPr>
              <a:t>Offer</a:t>
            </a: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0224B"/>
                </a:solidFill>
                <a:latin typeface="Arial Black"/>
                <a:cs typeface="Arial Black"/>
              </a:rPr>
              <a:t>Letter</a:t>
            </a:r>
            <a:r>
              <a:rPr dirty="0" sz="1400" spc="-6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Details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2299" y="2276189"/>
            <a:ext cx="28962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Date: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15/08/2026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Registration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No.:</a:t>
            </a:r>
            <a:r>
              <a:rPr dirty="0" sz="1100" spc="114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U85300CT2020NPL010641 </a:t>
            </a:r>
            <a:r>
              <a:rPr dirty="0" sz="1100" spc="-130">
                <a:solidFill>
                  <a:srgbClr val="182231"/>
                </a:solidFill>
                <a:latin typeface="Arial MT"/>
                <a:cs typeface="Arial MT"/>
              </a:rPr>
              <a:t>CSR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Registration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No.:</a:t>
            </a:r>
            <a:r>
              <a:rPr dirty="0" sz="1100" spc="1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CSR00083159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Internship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Duration:</a:t>
            </a:r>
            <a:r>
              <a:rPr dirty="0" sz="1100" spc="7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Two</a:t>
            </a:r>
            <a:r>
              <a:rPr dirty="0" sz="1100" spc="8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Weeks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26835" y="1349267"/>
            <a:ext cx="5302250" cy="2192655"/>
            <a:chOff x="6126835" y="1349267"/>
            <a:chExt cx="5302250" cy="21926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6835" y="1349267"/>
              <a:ext cx="5301716" cy="21924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71476" y="1370882"/>
              <a:ext cx="5212715" cy="2103755"/>
            </a:xfrm>
            <a:custGeom>
              <a:avLst/>
              <a:gdLst/>
              <a:ahLst/>
              <a:cxnLst/>
              <a:rect l="l" t="t" r="r" b="b"/>
              <a:pathLst>
                <a:path w="5212715" h="2103754">
                  <a:moveTo>
                    <a:pt x="351002" y="0"/>
                  </a:moveTo>
                  <a:lnTo>
                    <a:pt x="305132" y="3015"/>
                  </a:lnTo>
                  <a:lnTo>
                    <a:pt x="260240" y="11972"/>
                  </a:lnTo>
                  <a:lnTo>
                    <a:pt x="216898" y="26735"/>
                  </a:lnTo>
                  <a:lnTo>
                    <a:pt x="175679" y="47167"/>
                  </a:lnTo>
                  <a:lnTo>
                    <a:pt x="137475" y="72607"/>
                  </a:lnTo>
                  <a:lnTo>
                    <a:pt x="103050" y="102739"/>
                  </a:lnTo>
                  <a:lnTo>
                    <a:pt x="72812" y="137125"/>
                  </a:lnTo>
                  <a:lnTo>
                    <a:pt x="47167" y="175323"/>
                  </a:lnTo>
                  <a:lnTo>
                    <a:pt x="26943" y="216537"/>
                  </a:lnTo>
                  <a:lnTo>
                    <a:pt x="12290" y="259880"/>
                  </a:lnTo>
                  <a:lnTo>
                    <a:pt x="3376" y="304775"/>
                  </a:lnTo>
                  <a:lnTo>
                    <a:pt x="368" y="350647"/>
                  </a:lnTo>
                  <a:lnTo>
                    <a:pt x="0" y="1752841"/>
                  </a:lnTo>
                  <a:lnTo>
                    <a:pt x="3015" y="1798712"/>
                  </a:lnTo>
                  <a:lnTo>
                    <a:pt x="11972" y="1843608"/>
                  </a:lnTo>
                  <a:lnTo>
                    <a:pt x="26735" y="1886950"/>
                  </a:lnTo>
                  <a:lnTo>
                    <a:pt x="47167" y="1928164"/>
                  </a:lnTo>
                  <a:lnTo>
                    <a:pt x="72607" y="1966368"/>
                  </a:lnTo>
                  <a:lnTo>
                    <a:pt x="102739" y="2000794"/>
                  </a:lnTo>
                  <a:lnTo>
                    <a:pt x="137125" y="2031036"/>
                  </a:lnTo>
                  <a:lnTo>
                    <a:pt x="175323" y="2056688"/>
                  </a:lnTo>
                  <a:lnTo>
                    <a:pt x="216537" y="2076908"/>
                  </a:lnTo>
                  <a:lnTo>
                    <a:pt x="259880" y="2091561"/>
                  </a:lnTo>
                  <a:lnTo>
                    <a:pt x="304775" y="2100478"/>
                  </a:lnTo>
                  <a:lnTo>
                    <a:pt x="350647" y="2103488"/>
                  </a:lnTo>
                  <a:lnTo>
                    <a:pt x="4861801" y="2103488"/>
                  </a:lnTo>
                  <a:lnTo>
                    <a:pt x="4907585" y="2100478"/>
                  </a:lnTo>
                  <a:lnTo>
                    <a:pt x="4952337" y="2091561"/>
                  </a:lnTo>
                  <a:lnTo>
                    <a:pt x="4995910" y="2076752"/>
                  </a:lnTo>
                  <a:lnTo>
                    <a:pt x="5037124" y="2056320"/>
                  </a:lnTo>
                  <a:lnTo>
                    <a:pt x="5075328" y="2030881"/>
                  </a:lnTo>
                  <a:lnTo>
                    <a:pt x="5109701" y="2000794"/>
                  </a:lnTo>
                  <a:lnTo>
                    <a:pt x="5139991" y="1966368"/>
                  </a:lnTo>
                  <a:lnTo>
                    <a:pt x="5165648" y="1928164"/>
                  </a:lnTo>
                  <a:lnTo>
                    <a:pt x="5185868" y="1886950"/>
                  </a:lnTo>
                  <a:lnTo>
                    <a:pt x="5200521" y="1843608"/>
                  </a:lnTo>
                  <a:lnTo>
                    <a:pt x="5209438" y="1798712"/>
                  </a:lnTo>
                  <a:lnTo>
                    <a:pt x="5212448" y="1752841"/>
                  </a:lnTo>
                  <a:lnTo>
                    <a:pt x="5212424" y="350647"/>
                  </a:lnTo>
                  <a:lnTo>
                    <a:pt x="5209432" y="305132"/>
                  </a:lnTo>
                  <a:lnTo>
                    <a:pt x="5200475" y="260240"/>
                  </a:lnTo>
                  <a:lnTo>
                    <a:pt x="5185712" y="216898"/>
                  </a:lnTo>
                  <a:lnTo>
                    <a:pt x="5165280" y="175679"/>
                  </a:lnTo>
                  <a:lnTo>
                    <a:pt x="5139841" y="137475"/>
                  </a:lnTo>
                  <a:lnTo>
                    <a:pt x="5109708" y="103050"/>
                  </a:lnTo>
                  <a:lnTo>
                    <a:pt x="5075322" y="72812"/>
                  </a:lnTo>
                  <a:lnTo>
                    <a:pt x="5037124" y="47167"/>
                  </a:lnTo>
                  <a:lnTo>
                    <a:pt x="4995910" y="26943"/>
                  </a:lnTo>
                  <a:lnTo>
                    <a:pt x="4952568" y="12290"/>
                  </a:lnTo>
                  <a:lnTo>
                    <a:pt x="4907672" y="3376"/>
                  </a:lnTo>
                  <a:lnTo>
                    <a:pt x="4861801" y="368"/>
                  </a:lnTo>
                  <a:lnTo>
                    <a:pt x="35100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171476" y="1370882"/>
              <a:ext cx="5212715" cy="2103755"/>
            </a:xfrm>
            <a:custGeom>
              <a:avLst/>
              <a:gdLst/>
              <a:ahLst/>
              <a:cxnLst/>
              <a:rect l="l" t="t" r="r" b="b"/>
              <a:pathLst>
                <a:path w="5212715" h="2103754">
                  <a:moveTo>
                    <a:pt x="368" y="350647"/>
                  </a:moveTo>
                  <a:lnTo>
                    <a:pt x="3376" y="304775"/>
                  </a:lnTo>
                  <a:lnTo>
                    <a:pt x="12290" y="259880"/>
                  </a:lnTo>
                  <a:lnTo>
                    <a:pt x="26943" y="216537"/>
                  </a:lnTo>
                  <a:lnTo>
                    <a:pt x="47167" y="175323"/>
                  </a:lnTo>
                  <a:lnTo>
                    <a:pt x="72812" y="137125"/>
                  </a:lnTo>
                  <a:lnTo>
                    <a:pt x="103050" y="102739"/>
                  </a:lnTo>
                  <a:lnTo>
                    <a:pt x="137475" y="72607"/>
                  </a:lnTo>
                  <a:lnTo>
                    <a:pt x="175679" y="47167"/>
                  </a:lnTo>
                  <a:lnTo>
                    <a:pt x="216898" y="26735"/>
                  </a:lnTo>
                  <a:lnTo>
                    <a:pt x="260240" y="11972"/>
                  </a:lnTo>
                  <a:lnTo>
                    <a:pt x="305132" y="3015"/>
                  </a:lnTo>
                  <a:lnTo>
                    <a:pt x="351002" y="0"/>
                  </a:lnTo>
                  <a:lnTo>
                    <a:pt x="4861801" y="368"/>
                  </a:lnTo>
                  <a:lnTo>
                    <a:pt x="4907672" y="3376"/>
                  </a:lnTo>
                  <a:lnTo>
                    <a:pt x="4952568" y="12290"/>
                  </a:lnTo>
                  <a:lnTo>
                    <a:pt x="4995910" y="26943"/>
                  </a:lnTo>
                  <a:lnTo>
                    <a:pt x="5037124" y="47167"/>
                  </a:lnTo>
                  <a:lnTo>
                    <a:pt x="5075322" y="72812"/>
                  </a:lnTo>
                  <a:lnTo>
                    <a:pt x="5109708" y="103050"/>
                  </a:lnTo>
                  <a:lnTo>
                    <a:pt x="5139841" y="137475"/>
                  </a:lnTo>
                  <a:lnTo>
                    <a:pt x="5165280" y="175679"/>
                  </a:lnTo>
                  <a:lnTo>
                    <a:pt x="5185712" y="216898"/>
                  </a:lnTo>
                  <a:lnTo>
                    <a:pt x="5200475" y="260240"/>
                  </a:lnTo>
                  <a:lnTo>
                    <a:pt x="5209432" y="305132"/>
                  </a:lnTo>
                  <a:lnTo>
                    <a:pt x="5212448" y="351002"/>
                  </a:lnTo>
                  <a:lnTo>
                    <a:pt x="5212448" y="1752841"/>
                  </a:lnTo>
                  <a:lnTo>
                    <a:pt x="5209438" y="1798712"/>
                  </a:lnTo>
                  <a:lnTo>
                    <a:pt x="5200521" y="1843608"/>
                  </a:lnTo>
                  <a:lnTo>
                    <a:pt x="5185868" y="1886950"/>
                  </a:lnTo>
                  <a:lnTo>
                    <a:pt x="5165648" y="1928164"/>
                  </a:lnTo>
                  <a:lnTo>
                    <a:pt x="5139996" y="1966362"/>
                  </a:lnTo>
                  <a:lnTo>
                    <a:pt x="5109754" y="2000748"/>
                  </a:lnTo>
                  <a:lnTo>
                    <a:pt x="5075328" y="2030881"/>
                  </a:lnTo>
                  <a:lnTo>
                    <a:pt x="5037124" y="2056320"/>
                  </a:lnTo>
                  <a:lnTo>
                    <a:pt x="4995910" y="2076752"/>
                  </a:lnTo>
                  <a:lnTo>
                    <a:pt x="4952568" y="2091515"/>
                  </a:lnTo>
                  <a:lnTo>
                    <a:pt x="4907672" y="2100472"/>
                  </a:lnTo>
                  <a:lnTo>
                    <a:pt x="4861801" y="2103488"/>
                  </a:lnTo>
                  <a:lnTo>
                    <a:pt x="350647" y="2103488"/>
                  </a:lnTo>
                  <a:lnTo>
                    <a:pt x="304775" y="2100478"/>
                  </a:lnTo>
                  <a:lnTo>
                    <a:pt x="259880" y="2091561"/>
                  </a:lnTo>
                  <a:lnTo>
                    <a:pt x="216537" y="2076908"/>
                  </a:lnTo>
                  <a:lnTo>
                    <a:pt x="175323" y="2056688"/>
                  </a:lnTo>
                  <a:lnTo>
                    <a:pt x="137125" y="2031036"/>
                  </a:lnTo>
                  <a:lnTo>
                    <a:pt x="102739" y="2000794"/>
                  </a:lnTo>
                  <a:lnTo>
                    <a:pt x="72607" y="1966368"/>
                  </a:lnTo>
                  <a:lnTo>
                    <a:pt x="47167" y="1928164"/>
                  </a:lnTo>
                  <a:lnTo>
                    <a:pt x="26735" y="1886950"/>
                  </a:lnTo>
                  <a:lnTo>
                    <a:pt x="11972" y="1843608"/>
                  </a:lnTo>
                  <a:lnTo>
                    <a:pt x="3015" y="1798712"/>
                  </a:lnTo>
                  <a:lnTo>
                    <a:pt x="0" y="1752841"/>
                  </a:lnTo>
                  <a:lnTo>
                    <a:pt x="368" y="35064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462979" y="1860480"/>
            <a:ext cx="3146425" cy="11125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529715">
              <a:lnSpc>
                <a:spcPct val="100000"/>
              </a:lnSpc>
              <a:spcBef>
                <a:spcPts val="990"/>
              </a:spcBef>
            </a:pPr>
            <a:r>
              <a:rPr dirty="0" sz="1400" spc="-55">
                <a:solidFill>
                  <a:srgbClr val="10224B"/>
                </a:solidFill>
                <a:latin typeface="Arial Black"/>
                <a:cs typeface="Arial Black"/>
              </a:rPr>
              <a:t>Internship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0224B"/>
                </a:solidFill>
                <a:latin typeface="Arial Black"/>
                <a:cs typeface="Arial Black"/>
              </a:rPr>
              <a:t>Details</a:t>
            </a:r>
            <a:endParaRPr sz="1400">
              <a:latin typeface="Arial Black"/>
              <a:cs typeface="Arial Black"/>
            </a:endParaRPr>
          </a:p>
          <a:p>
            <a:pPr marL="12700" marR="473709">
              <a:lnSpc>
                <a:spcPct val="100000"/>
              </a:lnSpc>
              <a:spcBef>
                <a:spcPts val="700"/>
              </a:spcBef>
            </a:pP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Profile: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1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500">
                <a:solidFill>
                  <a:srgbClr val="182231"/>
                </a:solidFill>
                <a:latin typeface="Arial MT"/>
                <a:cs typeface="Arial MT"/>
              </a:rPr>
              <a:t> 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Designation: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Artificial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Intelligence</a:t>
            </a:r>
            <a:r>
              <a:rPr dirty="0" sz="1100" spc="1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Intern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Work</a:t>
            </a:r>
            <a:r>
              <a:rPr dirty="0" sz="1100" spc="1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mode:</a:t>
            </a:r>
            <a:r>
              <a:rPr dirty="0" sz="1100" spc="1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Generally</a:t>
            </a:r>
            <a:r>
              <a:rPr dirty="0" sz="1100" spc="1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remote</a:t>
            </a:r>
            <a:r>
              <a:rPr dirty="0" sz="1100" spc="50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Fieldwork: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When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required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82231"/>
                </a:solidFill>
                <a:latin typeface="Arial MT"/>
                <a:cs typeface="Arial MT"/>
              </a:rPr>
              <a:t>by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82231"/>
                </a:solidFill>
                <a:latin typeface="Arial MT"/>
                <a:cs typeface="Arial MT"/>
              </a:rPr>
              <a:t>role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6879" y="3818515"/>
            <a:ext cx="10742295" cy="2009775"/>
            <a:chOff x="686879" y="3818515"/>
            <a:chExt cx="10742295" cy="200977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879" y="3818515"/>
              <a:ext cx="10742041" cy="200916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519" y="3840131"/>
              <a:ext cx="10652760" cy="1920239"/>
            </a:xfrm>
            <a:custGeom>
              <a:avLst/>
              <a:gdLst/>
              <a:ahLst/>
              <a:cxnLst/>
              <a:rect l="l" t="t" r="r" b="b"/>
              <a:pathLst>
                <a:path w="10652760" h="1920239">
                  <a:moveTo>
                    <a:pt x="10332364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3" y="1826544"/>
                  </a:lnTo>
                  <a:lnTo>
                    <a:pt x="125004" y="1854093"/>
                  </a:lnTo>
                  <a:lnTo>
                    <a:pt x="159842" y="1877390"/>
                  </a:lnTo>
                  <a:lnTo>
                    <a:pt x="197630" y="1895931"/>
                  </a:lnTo>
                  <a:lnTo>
                    <a:pt x="237240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10332720" y="1919871"/>
                  </a:lnTo>
                  <a:lnTo>
                    <a:pt x="10374552" y="1917127"/>
                  </a:lnTo>
                  <a:lnTo>
                    <a:pt x="10415474" y="1908983"/>
                  </a:lnTo>
                  <a:lnTo>
                    <a:pt x="10454979" y="1895574"/>
                  </a:lnTo>
                  <a:lnTo>
                    <a:pt x="10492562" y="1877034"/>
                  </a:lnTo>
                  <a:lnTo>
                    <a:pt x="10527605" y="1853741"/>
                  </a:lnTo>
                  <a:lnTo>
                    <a:pt x="10559072" y="1826228"/>
                  </a:lnTo>
                  <a:lnTo>
                    <a:pt x="10586623" y="1794867"/>
                  </a:lnTo>
                  <a:lnTo>
                    <a:pt x="10609922" y="1760029"/>
                  </a:lnTo>
                  <a:lnTo>
                    <a:pt x="10628357" y="1722454"/>
                  </a:lnTo>
                  <a:lnTo>
                    <a:pt x="10641762" y="1682953"/>
                  </a:lnTo>
                  <a:lnTo>
                    <a:pt x="10649943" y="1642032"/>
                  </a:lnTo>
                  <a:lnTo>
                    <a:pt x="10652735" y="1600200"/>
                  </a:lnTo>
                  <a:lnTo>
                    <a:pt x="10652760" y="1599831"/>
                  </a:lnTo>
                  <a:lnTo>
                    <a:pt x="10652404" y="320039"/>
                  </a:lnTo>
                  <a:lnTo>
                    <a:pt x="10649657" y="278207"/>
                  </a:lnTo>
                  <a:lnTo>
                    <a:pt x="10641509" y="237285"/>
                  </a:lnTo>
                  <a:lnTo>
                    <a:pt x="10628096" y="197780"/>
                  </a:lnTo>
                  <a:lnTo>
                    <a:pt x="10609554" y="160197"/>
                  </a:lnTo>
                  <a:lnTo>
                    <a:pt x="10586263" y="125154"/>
                  </a:lnTo>
                  <a:lnTo>
                    <a:pt x="10558754" y="93687"/>
                  </a:lnTo>
                  <a:lnTo>
                    <a:pt x="10527397" y="66136"/>
                  </a:lnTo>
                  <a:lnTo>
                    <a:pt x="10492562" y="42837"/>
                  </a:lnTo>
                  <a:lnTo>
                    <a:pt x="10454774" y="24297"/>
                  </a:lnTo>
                  <a:lnTo>
                    <a:pt x="10415163" y="10888"/>
                  </a:lnTo>
                  <a:lnTo>
                    <a:pt x="10374202" y="2744"/>
                  </a:lnTo>
                  <a:lnTo>
                    <a:pt x="1033236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31519" y="3840131"/>
              <a:ext cx="10652760" cy="1920239"/>
            </a:xfrm>
            <a:custGeom>
              <a:avLst/>
              <a:gdLst/>
              <a:ahLst/>
              <a:cxnLst/>
              <a:rect l="l" t="t" r="r" b="b"/>
              <a:pathLst>
                <a:path w="1065276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10332364" y="0"/>
                  </a:lnTo>
                  <a:lnTo>
                    <a:pt x="10374202" y="2744"/>
                  </a:lnTo>
                  <a:lnTo>
                    <a:pt x="10415163" y="10888"/>
                  </a:lnTo>
                  <a:lnTo>
                    <a:pt x="10454774" y="24297"/>
                  </a:lnTo>
                  <a:lnTo>
                    <a:pt x="10492562" y="42837"/>
                  </a:lnTo>
                  <a:lnTo>
                    <a:pt x="10527397" y="66136"/>
                  </a:lnTo>
                  <a:lnTo>
                    <a:pt x="10558754" y="93687"/>
                  </a:lnTo>
                  <a:lnTo>
                    <a:pt x="10586263" y="125154"/>
                  </a:lnTo>
                  <a:lnTo>
                    <a:pt x="10609554" y="160197"/>
                  </a:lnTo>
                  <a:lnTo>
                    <a:pt x="10628096" y="197780"/>
                  </a:lnTo>
                  <a:lnTo>
                    <a:pt x="10641509" y="237285"/>
                  </a:lnTo>
                  <a:lnTo>
                    <a:pt x="10649657" y="278207"/>
                  </a:lnTo>
                  <a:lnTo>
                    <a:pt x="10652404" y="320039"/>
                  </a:lnTo>
                  <a:lnTo>
                    <a:pt x="10652760" y="1599831"/>
                  </a:lnTo>
                  <a:lnTo>
                    <a:pt x="10650015" y="1641670"/>
                  </a:lnTo>
                  <a:lnTo>
                    <a:pt x="10641871" y="1682630"/>
                  </a:lnTo>
                  <a:lnTo>
                    <a:pt x="10628462" y="1722241"/>
                  </a:lnTo>
                  <a:lnTo>
                    <a:pt x="10609922" y="1760029"/>
                  </a:lnTo>
                  <a:lnTo>
                    <a:pt x="10586623" y="1794867"/>
                  </a:lnTo>
                  <a:lnTo>
                    <a:pt x="10559072" y="1826228"/>
                  </a:lnTo>
                  <a:lnTo>
                    <a:pt x="10527605" y="1853741"/>
                  </a:lnTo>
                  <a:lnTo>
                    <a:pt x="10492562" y="1877034"/>
                  </a:lnTo>
                  <a:lnTo>
                    <a:pt x="10454979" y="1895574"/>
                  </a:lnTo>
                  <a:lnTo>
                    <a:pt x="10415474" y="1908983"/>
                  </a:lnTo>
                  <a:lnTo>
                    <a:pt x="10374552" y="1917127"/>
                  </a:lnTo>
                  <a:lnTo>
                    <a:pt x="10332720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40" y="1909344"/>
                  </a:lnTo>
                  <a:lnTo>
                    <a:pt x="197630" y="1895931"/>
                  </a:lnTo>
                  <a:lnTo>
                    <a:pt x="159842" y="1877390"/>
                  </a:lnTo>
                  <a:lnTo>
                    <a:pt x="125004" y="1854093"/>
                  </a:lnTo>
                  <a:lnTo>
                    <a:pt x="93643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13663" y="4405657"/>
            <a:ext cx="926782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 marL="852805">
              <a:lnSpc>
                <a:spcPct val="100000"/>
              </a:lnSpc>
              <a:spcBef>
                <a:spcPts val="990"/>
              </a:spcBef>
            </a:pPr>
            <a:r>
              <a:rPr dirty="0" sz="1400" spc="-70">
                <a:solidFill>
                  <a:srgbClr val="10224B"/>
                </a:solidFill>
                <a:latin typeface="Arial Black"/>
                <a:cs typeface="Arial Black"/>
              </a:rPr>
              <a:t>Official</a:t>
            </a:r>
            <a:r>
              <a:rPr dirty="0" sz="1400" spc="-50">
                <a:solidFill>
                  <a:srgbClr val="10224B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0224B"/>
                </a:solidFill>
                <a:latin typeface="Arial Black"/>
                <a:cs typeface="Arial Black"/>
              </a:rPr>
              <a:t>Responsibilities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Attend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team</a:t>
            </a:r>
            <a:r>
              <a:rPr dirty="0" sz="1100" spc="6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meetings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participate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group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discussions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activities;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complete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assigned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tasks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in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timely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efficient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45">
                <a:solidFill>
                  <a:srgbClr val="182231"/>
                </a:solidFill>
                <a:latin typeface="Arial MT"/>
                <a:cs typeface="Arial MT"/>
              </a:rPr>
              <a:t>manner;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maintain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professionalism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confidentiality; and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follow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foundation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policies</a:t>
            </a:r>
            <a:r>
              <a:rPr dirty="0" sz="1100" spc="30">
                <a:solidFill>
                  <a:srgbClr val="182231"/>
                </a:solidFill>
                <a:latin typeface="Arial MT"/>
                <a:cs typeface="Arial MT"/>
              </a:rPr>
              <a:t> and</a:t>
            </a:r>
            <a:r>
              <a:rPr dirty="0" sz="1100" spc="2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procedures.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6523" y="6104502"/>
            <a:ext cx="10742930" cy="1049655"/>
            <a:chOff x="686523" y="6104502"/>
            <a:chExt cx="10742930" cy="104965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23" y="6104502"/>
              <a:ext cx="10742396" cy="104942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31164" y="6126131"/>
              <a:ext cx="10653395" cy="960755"/>
            </a:xfrm>
            <a:custGeom>
              <a:avLst/>
              <a:gdLst/>
              <a:ahLst/>
              <a:cxnLst/>
              <a:rect l="l" t="t" r="r" b="b"/>
              <a:pathLst>
                <a:path w="10653395" h="960754">
                  <a:moveTo>
                    <a:pt x="160553" y="0"/>
                  </a:moveTo>
                  <a:lnTo>
                    <a:pt x="118929" y="5532"/>
                  </a:lnTo>
                  <a:lnTo>
                    <a:pt x="80276" y="21589"/>
                  </a:lnTo>
                  <a:lnTo>
                    <a:pt x="47336" y="47018"/>
                  </a:lnTo>
                  <a:lnTo>
                    <a:pt x="21958" y="80276"/>
                  </a:lnTo>
                  <a:lnTo>
                    <a:pt x="5889" y="118751"/>
                  </a:lnTo>
                  <a:lnTo>
                    <a:pt x="355" y="160197"/>
                  </a:lnTo>
                  <a:lnTo>
                    <a:pt x="0" y="800277"/>
                  </a:lnTo>
                  <a:lnTo>
                    <a:pt x="1389" y="821220"/>
                  </a:lnTo>
                  <a:lnTo>
                    <a:pt x="1399" y="821375"/>
                  </a:lnTo>
                  <a:lnTo>
                    <a:pt x="5496" y="841724"/>
                  </a:lnTo>
                  <a:lnTo>
                    <a:pt x="5532" y="841902"/>
                  </a:lnTo>
                  <a:lnTo>
                    <a:pt x="12227" y="861485"/>
                  </a:lnTo>
                  <a:lnTo>
                    <a:pt x="12296" y="861685"/>
                  </a:lnTo>
                  <a:lnTo>
                    <a:pt x="21589" y="880554"/>
                  </a:lnTo>
                  <a:lnTo>
                    <a:pt x="33141" y="897717"/>
                  </a:lnTo>
                  <a:lnTo>
                    <a:pt x="33242" y="897867"/>
                  </a:lnTo>
                  <a:lnTo>
                    <a:pt x="62752" y="927231"/>
                  </a:lnTo>
                  <a:lnTo>
                    <a:pt x="98990" y="948174"/>
                  </a:lnTo>
                  <a:lnTo>
                    <a:pt x="139255" y="959075"/>
                  </a:lnTo>
                  <a:lnTo>
                    <a:pt x="160197" y="960475"/>
                  </a:lnTo>
                  <a:lnTo>
                    <a:pt x="10492917" y="960475"/>
                  </a:lnTo>
                  <a:lnTo>
                    <a:pt x="10534542" y="954941"/>
                  </a:lnTo>
                  <a:lnTo>
                    <a:pt x="10573194" y="938872"/>
                  </a:lnTo>
                  <a:lnTo>
                    <a:pt x="10606084" y="913495"/>
                  </a:lnTo>
                  <a:lnTo>
                    <a:pt x="10631512" y="880198"/>
                  </a:lnTo>
                  <a:lnTo>
                    <a:pt x="10647520" y="841902"/>
                  </a:lnTo>
                  <a:lnTo>
                    <a:pt x="10651684" y="821375"/>
                  </a:lnTo>
                  <a:lnTo>
                    <a:pt x="10651715" y="821220"/>
                  </a:lnTo>
                  <a:lnTo>
                    <a:pt x="10653115" y="800277"/>
                  </a:lnTo>
                  <a:lnTo>
                    <a:pt x="10653092" y="160197"/>
                  </a:lnTo>
                  <a:lnTo>
                    <a:pt x="10651715" y="139455"/>
                  </a:lnTo>
                  <a:lnTo>
                    <a:pt x="10640814" y="99145"/>
                  </a:lnTo>
                  <a:lnTo>
                    <a:pt x="10619866" y="62963"/>
                  </a:lnTo>
                  <a:lnTo>
                    <a:pt x="10590357" y="33599"/>
                  </a:lnTo>
                  <a:lnTo>
                    <a:pt x="10554125" y="12657"/>
                  </a:lnTo>
                  <a:lnTo>
                    <a:pt x="10513860" y="1755"/>
                  </a:lnTo>
                  <a:lnTo>
                    <a:pt x="10492917" y="355"/>
                  </a:lnTo>
                  <a:lnTo>
                    <a:pt x="160553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31164" y="6126131"/>
              <a:ext cx="10653395" cy="960755"/>
            </a:xfrm>
            <a:custGeom>
              <a:avLst/>
              <a:gdLst/>
              <a:ahLst/>
              <a:cxnLst/>
              <a:rect l="l" t="t" r="r" b="b"/>
              <a:pathLst>
                <a:path w="10653395" h="960754">
                  <a:moveTo>
                    <a:pt x="355" y="160197"/>
                  </a:moveTo>
                  <a:lnTo>
                    <a:pt x="1755" y="139255"/>
                  </a:lnTo>
                  <a:lnTo>
                    <a:pt x="5889" y="118751"/>
                  </a:lnTo>
                  <a:lnTo>
                    <a:pt x="21958" y="80276"/>
                  </a:lnTo>
                  <a:lnTo>
                    <a:pt x="47336" y="47018"/>
                  </a:lnTo>
                  <a:lnTo>
                    <a:pt x="80276" y="21589"/>
                  </a:lnTo>
                  <a:lnTo>
                    <a:pt x="118929" y="5532"/>
                  </a:lnTo>
                  <a:lnTo>
                    <a:pt x="160553" y="0"/>
                  </a:lnTo>
                  <a:lnTo>
                    <a:pt x="10492917" y="355"/>
                  </a:lnTo>
                  <a:lnTo>
                    <a:pt x="10534364" y="5889"/>
                  </a:lnTo>
                  <a:lnTo>
                    <a:pt x="10572838" y="21958"/>
                  </a:lnTo>
                  <a:lnTo>
                    <a:pt x="10606090" y="47336"/>
                  </a:lnTo>
                  <a:lnTo>
                    <a:pt x="10631512" y="80276"/>
                  </a:lnTo>
                  <a:lnTo>
                    <a:pt x="10647581" y="118929"/>
                  </a:lnTo>
                  <a:lnTo>
                    <a:pt x="10653115" y="160553"/>
                  </a:lnTo>
                  <a:lnTo>
                    <a:pt x="10653115" y="800277"/>
                  </a:lnTo>
                  <a:lnTo>
                    <a:pt x="10651715" y="821220"/>
                  </a:lnTo>
                  <a:lnTo>
                    <a:pt x="10647581" y="841724"/>
                  </a:lnTo>
                  <a:lnTo>
                    <a:pt x="10631512" y="880198"/>
                  </a:lnTo>
                  <a:lnTo>
                    <a:pt x="10606135" y="913450"/>
                  </a:lnTo>
                  <a:lnTo>
                    <a:pt x="10573194" y="938872"/>
                  </a:lnTo>
                  <a:lnTo>
                    <a:pt x="10534542" y="954941"/>
                  </a:lnTo>
                  <a:lnTo>
                    <a:pt x="10492917" y="960475"/>
                  </a:lnTo>
                  <a:lnTo>
                    <a:pt x="160197" y="960475"/>
                  </a:lnTo>
                  <a:lnTo>
                    <a:pt x="118751" y="954941"/>
                  </a:lnTo>
                  <a:lnTo>
                    <a:pt x="80276" y="938872"/>
                  </a:lnTo>
                  <a:lnTo>
                    <a:pt x="47018" y="913495"/>
                  </a:lnTo>
                  <a:lnTo>
                    <a:pt x="21589" y="880554"/>
                  </a:lnTo>
                  <a:lnTo>
                    <a:pt x="5532" y="841902"/>
                  </a:lnTo>
                  <a:lnTo>
                    <a:pt x="0" y="800277"/>
                  </a:lnTo>
                  <a:lnTo>
                    <a:pt x="355" y="160197"/>
                  </a:lnTo>
                  <a:close/>
                </a:path>
              </a:pathLst>
            </a:custGeom>
            <a:ln w="9359">
              <a:solidFill>
                <a:srgbClr val="DBE3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66863" y="6296043"/>
            <a:ext cx="5636260" cy="6089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90"/>
              </a:spcBef>
            </a:pPr>
            <a:r>
              <a:rPr dirty="0" sz="1400" spc="-10">
                <a:solidFill>
                  <a:srgbClr val="10224B"/>
                </a:solidFill>
                <a:latin typeface="Arial Black"/>
                <a:cs typeface="Arial Black"/>
              </a:rPr>
              <a:t>Completion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Fundraising</a:t>
            </a:r>
            <a:r>
              <a:rPr dirty="0" sz="1100" spc="35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optional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and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is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65">
                <a:solidFill>
                  <a:srgbClr val="182231"/>
                </a:solidFill>
                <a:latin typeface="Arial MT"/>
                <a:cs typeface="Arial MT"/>
              </a:rPr>
              <a:t>not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0">
                <a:solidFill>
                  <a:srgbClr val="182231"/>
                </a:solidFill>
                <a:latin typeface="Arial MT"/>
                <a:cs typeface="Arial MT"/>
              </a:rPr>
              <a:t>mandatory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70">
                <a:solidFill>
                  <a:srgbClr val="182231"/>
                </a:solidFill>
                <a:latin typeface="Arial MT"/>
                <a:cs typeface="Arial MT"/>
              </a:rPr>
              <a:t>for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achieving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55">
                <a:solidFill>
                  <a:srgbClr val="182231"/>
                </a:solidFill>
                <a:latin typeface="Arial MT"/>
                <a:cs typeface="Arial MT"/>
              </a:rPr>
              <a:t>the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20">
                <a:solidFill>
                  <a:srgbClr val="182231"/>
                </a:solidFill>
                <a:latin typeface="Arial MT"/>
                <a:cs typeface="Arial MT"/>
              </a:rPr>
              <a:t>completion</a:t>
            </a:r>
            <a:r>
              <a:rPr dirty="0" sz="1100" spc="40">
                <a:solidFill>
                  <a:srgbClr val="182231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82231"/>
                </a:solidFill>
                <a:latin typeface="Arial MT"/>
                <a:cs typeface="Arial MT"/>
              </a:rPr>
              <a:t>certificate.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"/>
            <a:ext cx="12192000" cy="9405620"/>
          </a:xfrm>
          <a:custGeom>
            <a:avLst/>
            <a:gdLst/>
            <a:ahLst/>
            <a:cxnLst/>
            <a:rect l="l" t="t" r="r" b="b"/>
            <a:pathLst>
              <a:path w="12192000" h="9405620">
                <a:moveTo>
                  <a:pt x="12191758" y="0"/>
                </a:moveTo>
                <a:lnTo>
                  <a:pt x="0" y="0"/>
                </a:lnTo>
                <a:lnTo>
                  <a:pt x="0" y="9405366"/>
                </a:lnTo>
                <a:lnTo>
                  <a:pt x="12191758" y="9405366"/>
                </a:lnTo>
                <a:lnTo>
                  <a:pt x="12191758" y="0"/>
                </a:lnTo>
                <a:close/>
              </a:path>
            </a:pathLst>
          </a:custGeom>
          <a:solidFill>
            <a:srgbClr val="10224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355" y="6"/>
            <a:ext cx="12192000" cy="135890"/>
            <a:chOff x="-355" y="6"/>
            <a:chExt cx="12192000" cy="135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"/>
              <a:ext cx="12191390" cy="1353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355" y="6"/>
              <a:ext cx="12192000" cy="73025"/>
            </a:xfrm>
            <a:custGeom>
              <a:avLst/>
              <a:gdLst/>
              <a:ahLst/>
              <a:cxnLst/>
              <a:rect l="l" t="t" r="r" b="b"/>
              <a:pathLst>
                <a:path w="12192000" h="73025">
                  <a:moveTo>
                    <a:pt x="1219139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6095873" y="72720"/>
                  </a:lnTo>
                  <a:lnTo>
                    <a:pt x="12191390" y="72720"/>
                  </a:lnTo>
                  <a:lnTo>
                    <a:pt x="12191390" y="0"/>
                  </a:lnTo>
                  <a:close/>
                </a:path>
              </a:pathLst>
            </a:custGeom>
            <a:solidFill>
              <a:srgbClr val="5499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68735" y="1860747"/>
            <a:ext cx="282257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45">
                <a:solidFill>
                  <a:srgbClr val="FFFFFF"/>
                </a:solidFill>
              </a:rPr>
              <a:t>Thank</a:t>
            </a:r>
            <a:r>
              <a:rPr dirty="0" sz="4000" spc="-260">
                <a:solidFill>
                  <a:srgbClr val="FFFFFF"/>
                </a:solidFill>
              </a:rPr>
              <a:t> </a:t>
            </a:r>
            <a:r>
              <a:rPr dirty="0" sz="4000" spc="-345">
                <a:solidFill>
                  <a:srgbClr val="FFFFFF"/>
                </a:solidFill>
              </a:rPr>
              <a:t>You!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900426" y="2698820"/>
            <a:ext cx="6354445" cy="1209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80">
              <a:lnSpc>
                <a:spcPts val="2640"/>
              </a:lnSpc>
              <a:spcBef>
                <a:spcPts val="100"/>
              </a:spcBef>
            </a:pPr>
            <a:r>
              <a:rPr dirty="0" sz="2200" spc="-260">
                <a:solidFill>
                  <a:srgbClr val="5499D5"/>
                </a:solidFill>
                <a:latin typeface="Arial Black"/>
                <a:cs typeface="Arial Black"/>
              </a:rPr>
              <a:t>PARTH</a:t>
            </a:r>
            <a:r>
              <a:rPr dirty="0" sz="2200" spc="-165">
                <a:solidFill>
                  <a:srgbClr val="5499D5"/>
                </a:solidFill>
                <a:latin typeface="Arial Black"/>
                <a:cs typeface="Arial Black"/>
              </a:rPr>
              <a:t> </a:t>
            </a:r>
            <a:r>
              <a:rPr dirty="0" sz="2200" spc="-315">
                <a:solidFill>
                  <a:srgbClr val="5499D5"/>
                </a:solidFill>
                <a:latin typeface="Arial Black"/>
                <a:cs typeface="Arial Black"/>
              </a:rPr>
              <a:t>SRIVASTAVA</a:t>
            </a:r>
            <a:endParaRPr sz="2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Artificial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Intelligence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Arial MT"/>
                <a:cs typeface="Arial MT"/>
              </a:rPr>
              <a:t>Intern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Arial MT"/>
                <a:cs typeface="Arial MT"/>
              </a:rPr>
              <a:t>InAmigos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Foundation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5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55">
                <a:solidFill>
                  <a:srgbClr val="FFFFFF"/>
                </a:solidFill>
                <a:latin typeface="Arial MT"/>
                <a:cs typeface="Arial MT"/>
              </a:rPr>
              <a:t>B.Tech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175">
                <a:solidFill>
                  <a:srgbClr val="FFFFFF"/>
                </a:solidFill>
                <a:latin typeface="Arial MT"/>
                <a:cs typeface="Arial MT"/>
              </a:rPr>
              <a:t>CSE</a:t>
            </a:r>
            <a:r>
              <a:rPr dirty="0" sz="15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Arial MT"/>
                <a:cs typeface="Arial MT"/>
              </a:rPr>
              <a:t>(AI-</a:t>
            </a:r>
            <a:r>
              <a:rPr dirty="0" sz="1500" spc="-25">
                <a:solidFill>
                  <a:srgbClr val="FFFFFF"/>
                </a:solidFill>
                <a:latin typeface="Arial MT"/>
                <a:cs typeface="Arial MT"/>
              </a:rPr>
              <a:t>ML)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500">
              <a:latin typeface="Arial MT"/>
              <a:cs typeface="Arial MT"/>
            </a:endParaRPr>
          </a:p>
          <a:p>
            <a:pPr algn="ctr" marL="1652270" marR="1642110">
              <a:lnSpc>
                <a:spcPct val="100000"/>
              </a:lnSpc>
            </a:pP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School</a:t>
            </a:r>
            <a:r>
              <a:rPr dirty="0" sz="1200" spc="55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 spc="65">
                <a:solidFill>
                  <a:srgbClr val="CCD6E5"/>
                </a:solidFill>
                <a:latin typeface="Arial MT"/>
                <a:cs typeface="Arial MT"/>
              </a:rPr>
              <a:t>of</a:t>
            </a:r>
            <a:r>
              <a:rPr dirty="0" sz="1200" spc="60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Computer</a:t>
            </a:r>
            <a:r>
              <a:rPr dirty="0" sz="1200" spc="55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Science</a:t>
            </a:r>
            <a:r>
              <a:rPr dirty="0" sz="1200" spc="60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 spc="70">
                <a:solidFill>
                  <a:srgbClr val="CCD6E5"/>
                </a:solidFill>
                <a:latin typeface="Arial MT"/>
                <a:cs typeface="Arial MT"/>
              </a:rPr>
              <a:t>&amp;</a:t>
            </a:r>
            <a:r>
              <a:rPr dirty="0" sz="1200" spc="60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CD6E5"/>
                </a:solidFill>
                <a:latin typeface="Arial MT"/>
                <a:cs typeface="Arial MT"/>
              </a:rPr>
              <a:t>Engineering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IILM</a:t>
            </a:r>
            <a:r>
              <a:rPr dirty="0" sz="1200" spc="185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University,</a:t>
            </a:r>
            <a:r>
              <a:rPr dirty="0" sz="1200" spc="185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Greater</a:t>
            </a:r>
            <a:r>
              <a:rPr dirty="0" sz="1200" spc="190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CD6E5"/>
                </a:solidFill>
                <a:latin typeface="Arial MT"/>
                <a:cs typeface="Arial MT"/>
              </a:rPr>
              <a:t>Noida,</a:t>
            </a:r>
            <a:r>
              <a:rPr dirty="0" sz="1200" spc="185">
                <a:solidFill>
                  <a:srgbClr val="CCD6E5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CCD6E5"/>
                </a:solidFill>
                <a:latin typeface="Arial MT"/>
                <a:cs typeface="Arial MT"/>
              </a:rPr>
              <a:t>U.P.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4037" y="8925477"/>
            <a:ext cx="11052810" cy="90170"/>
            <a:chOff x="554037" y="8925477"/>
            <a:chExt cx="11052810" cy="901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037" y="8925477"/>
              <a:ext cx="11052365" cy="900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4004" y="8942406"/>
              <a:ext cx="10972800" cy="10795"/>
            </a:xfrm>
            <a:custGeom>
              <a:avLst/>
              <a:gdLst/>
              <a:ahLst/>
              <a:cxnLst/>
              <a:rect l="l" t="t" r="r" b="b"/>
              <a:pathLst>
                <a:path w="10972800" h="10795">
                  <a:moveTo>
                    <a:pt x="10972431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5486400" y="10439"/>
                  </a:lnTo>
                  <a:lnTo>
                    <a:pt x="10972431" y="10439"/>
                  </a:lnTo>
                  <a:lnTo>
                    <a:pt x="10972431" y="0"/>
                  </a:lnTo>
                  <a:close/>
                </a:path>
              </a:pathLst>
            </a:custGeom>
            <a:solidFill>
              <a:srgbClr val="C7D1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/>
              <a:t>Roll</a:t>
            </a:r>
            <a:r>
              <a:rPr dirty="0" spc="15"/>
              <a:t> </a:t>
            </a:r>
            <a:r>
              <a:rPr dirty="0"/>
              <a:t>No:</a:t>
            </a:r>
            <a:r>
              <a:rPr dirty="0" spc="15"/>
              <a:t> </a:t>
            </a:r>
            <a:r>
              <a:rPr dirty="0" spc="-10"/>
              <a:t>25SCS1003002303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2026-08-30T12:39:54Z</dcterms:created>
  <dcterms:modified xsi:type="dcterms:W3CDTF">2026-08-30T12:39:54Z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2013-01-27T00:00:00Z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2013-01-27T00:00:00Z</vt:filetime>
  </property>
</Properties>
</file>